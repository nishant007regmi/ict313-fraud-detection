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1"/>
  </p:normalViewPr>
  <p:slideViewPr>
    <p:cSldViewPr snapToGrid="0" snapToObjects="1">
      <p:cViewPr varScale="1">
        <p:scale>
          <a:sx n="121" d="100"/>
          <a:sy n="121" d="100"/>
        </p:scale>
        <p:origin x="17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639E94-8F4A-4D2D-8000-95AB7870E33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D26077-BE5A-473E-BF7F-1E557B8CA3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Predictive: Detect fraud with ML models</a:t>
          </a:r>
        </a:p>
      </dgm:t>
    </dgm:pt>
    <dgm:pt modelId="{F34ADD70-3056-4DE4-9D54-B26C83746A88}" type="parTrans" cxnId="{BE67EF35-327A-40F2-9B42-5A453080BA2C}">
      <dgm:prSet/>
      <dgm:spPr/>
      <dgm:t>
        <a:bodyPr/>
        <a:lstStyle/>
        <a:p>
          <a:endParaRPr lang="en-US"/>
        </a:p>
      </dgm:t>
    </dgm:pt>
    <dgm:pt modelId="{D6B5AE03-FA59-4FF8-8D14-8ECA61B0DF14}" type="sibTrans" cxnId="{BE67EF35-327A-40F2-9B42-5A453080BA2C}">
      <dgm:prSet/>
      <dgm:spPr/>
      <dgm:t>
        <a:bodyPr/>
        <a:lstStyle/>
        <a:p>
          <a:endParaRPr lang="en-US"/>
        </a:p>
      </dgm:t>
    </dgm:pt>
    <dgm:pt modelId="{CB059E06-98AC-4893-BD4E-A0B7F3E216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Descriptive: Identify fraud patterns in time and amount</a:t>
          </a:r>
        </a:p>
      </dgm:t>
    </dgm:pt>
    <dgm:pt modelId="{CAE78D46-84F7-4223-9936-6113F3D30C98}" type="parTrans" cxnId="{8820E577-718A-4802-9B57-F7115D2D7C31}">
      <dgm:prSet/>
      <dgm:spPr/>
      <dgm:t>
        <a:bodyPr/>
        <a:lstStyle/>
        <a:p>
          <a:endParaRPr lang="en-US"/>
        </a:p>
      </dgm:t>
    </dgm:pt>
    <dgm:pt modelId="{3EDEDD0D-A35F-4324-8773-D57A38092B5D}" type="sibTrans" cxnId="{8820E577-718A-4802-9B57-F7115D2D7C31}">
      <dgm:prSet/>
      <dgm:spPr/>
      <dgm:t>
        <a:bodyPr/>
        <a:lstStyle/>
        <a:p>
          <a:endParaRPr lang="en-US"/>
        </a:p>
      </dgm:t>
    </dgm:pt>
    <dgm:pt modelId="{A703CA59-CD87-4BB8-8B4B-EFC96730E2DA}" type="pres">
      <dgm:prSet presAssocID="{10639E94-8F4A-4D2D-8000-95AB7870E338}" presName="root" presStyleCnt="0">
        <dgm:presLayoutVars>
          <dgm:dir/>
          <dgm:resizeHandles val="exact"/>
        </dgm:presLayoutVars>
      </dgm:prSet>
      <dgm:spPr/>
    </dgm:pt>
    <dgm:pt modelId="{0444D0D0-FA17-471F-A456-01873731FF42}" type="pres">
      <dgm:prSet presAssocID="{23D26077-BE5A-473E-BF7F-1E557B8CA33F}" presName="compNode" presStyleCnt="0"/>
      <dgm:spPr/>
    </dgm:pt>
    <dgm:pt modelId="{1EBDD022-8A0D-4617-9259-D4772B06703B}" type="pres">
      <dgm:prSet presAssocID="{23D26077-BE5A-473E-BF7F-1E557B8CA33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052522-4925-4570-B896-CE54802400A3}" type="pres">
      <dgm:prSet presAssocID="{23D26077-BE5A-473E-BF7F-1E557B8CA33F}" presName="spaceRect" presStyleCnt="0"/>
      <dgm:spPr/>
    </dgm:pt>
    <dgm:pt modelId="{E67B4177-A692-4A83-9575-2ED1043A383F}" type="pres">
      <dgm:prSet presAssocID="{23D26077-BE5A-473E-BF7F-1E557B8CA33F}" presName="textRect" presStyleLbl="revTx" presStyleIdx="0" presStyleCnt="2">
        <dgm:presLayoutVars>
          <dgm:chMax val="1"/>
          <dgm:chPref val="1"/>
        </dgm:presLayoutVars>
      </dgm:prSet>
      <dgm:spPr/>
    </dgm:pt>
    <dgm:pt modelId="{E057F287-71D9-42BE-91EF-E643FA72B1C1}" type="pres">
      <dgm:prSet presAssocID="{D6B5AE03-FA59-4FF8-8D14-8ECA61B0DF14}" presName="sibTrans" presStyleCnt="0"/>
      <dgm:spPr/>
    </dgm:pt>
    <dgm:pt modelId="{B066B516-F8E0-4B1E-A103-656F1AF6FE59}" type="pres">
      <dgm:prSet presAssocID="{CB059E06-98AC-4893-BD4E-A0B7F3E21679}" presName="compNode" presStyleCnt="0"/>
      <dgm:spPr/>
    </dgm:pt>
    <dgm:pt modelId="{76E41102-7715-47C5-8FBA-21D942002FC1}" type="pres">
      <dgm:prSet presAssocID="{CB059E06-98AC-4893-BD4E-A0B7F3E2167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BFD8A1B-5AA4-4F05-B79F-CADD526DCDC3}" type="pres">
      <dgm:prSet presAssocID="{CB059E06-98AC-4893-BD4E-A0B7F3E21679}" presName="spaceRect" presStyleCnt="0"/>
      <dgm:spPr/>
    </dgm:pt>
    <dgm:pt modelId="{7422FC00-FB68-41EB-91CB-C97976B1C2DA}" type="pres">
      <dgm:prSet presAssocID="{CB059E06-98AC-4893-BD4E-A0B7F3E2167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3B69F0A-9561-4A00-8FA1-374DDBD70277}" type="presOf" srcId="{CB059E06-98AC-4893-BD4E-A0B7F3E21679}" destId="{7422FC00-FB68-41EB-91CB-C97976B1C2DA}" srcOrd="0" destOrd="0" presId="urn:microsoft.com/office/officeart/2018/2/layout/IconLabelList"/>
    <dgm:cxn modelId="{BE67EF35-327A-40F2-9B42-5A453080BA2C}" srcId="{10639E94-8F4A-4D2D-8000-95AB7870E338}" destId="{23D26077-BE5A-473E-BF7F-1E557B8CA33F}" srcOrd="0" destOrd="0" parTransId="{F34ADD70-3056-4DE4-9D54-B26C83746A88}" sibTransId="{D6B5AE03-FA59-4FF8-8D14-8ECA61B0DF14}"/>
    <dgm:cxn modelId="{8820E577-718A-4802-9B57-F7115D2D7C31}" srcId="{10639E94-8F4A-4D2D-8000-95AB7870E338}" destId="{CB059E06-98AC-4893-BD4E-A0B7F3E21679}" srcOrd="1" destOrd="0" parTransId="{CAE78D46-84F7-4223-9936-6113F3D30C98}" sibTransId="{3EDEDD0D-A35F-4324-8773-D57A38092B5D}"/>
    <dgm:cxn modelId="{96E96B87-4D13-4A98-8DCF-4F441AA6E486}" type="presOf" srcId="{23D26077-BE5A-473E-BF7F-1E557B8CA33F}" destId="{E67B4177-A692-4A83-9575-2ED1043A383F}" srcOrd="0" destOrd="0" presId="urn:microsoft.com/office/officeart/2018/2/layout/IconLabelList"/>
    <dgm:cxn modelId="{4C90CECF-62D6-4E52-9656-681E2136E6D3}" type="presOf" srcId="{10639E94-8F4A-4D2D-8000-95AB7870E338}" destId="{A703CA59-CD87-4BB8-8B4B-EFC96730E2DA}" srcOrd="0" destOrd="0" presId="urn:microsoft.com/office/officeart/2018/2/layout/IconLabelList"/>
    <dgm:cxn modelId="{58D45FC3-5529-444D-AB9E-8EB004E9FCE9}" type="presParOf" srcId="{A703CA59-CD87-4BB8-8B4B-EFC96730E2DA}" destId="{0444D0D0-FA17-471F-A456-01873731FF42}" srcOrd="0" destOrd="0" presId="urn:microsoft.com/office/officeart/2018/2/layout/IconLabelList"/>
    <dgm:cxn modelId="{05317B67-65EB-4479-A372-89FDC54A13B3}" type="presParOf" srcId="{0444D0D0-FA17-471F-A456-01873731FF42}" destId="{1EBDD022-8A0D-4617-9259-D4772B06703B}" srcOrd="0" destOrd="0" presId="urn:microsoft.com/office/officeart/2018/2/layout/IconLabelList"/>
    <dgm:cxn modelId="{B680C9CC-A310-4AEE-99B9-36A16B3F4FAF}" type="presParOf" srcId="{0444D0D0-FA17-471F-A456-01873731FF42}" destId="{D7052522-4925-4570-B896-CE54802400A3}" srcOrd="1" destOrd="0" presId="urn:microsoft.com/office/officeart/2018/2/layout/IconLabelList"/>
    <dgm:cxn modelId="{9237EB13-348F-4219-87A0-E96E7FDA1CDF}" type="presParOf" srcId="{0444D0D0-FA17-471F-A456-01873731FF42}" destId="{E67B4177-A692-4A83-9575-2ED1043A383F}" srcOrd="2" destOrd="0" presId="urn:microsoft.com/office/officeart/2018/2/layout/IconLabelList"/>
    <dgm:cxn modelId="{D7F6A749-F240-4217-A90E-7112616FB83B}" type="presParOf" srcId="{A703CA59-CD87-4BB8-8B4B-EFC96730E2DA}" destId="{E057F287-71D9-42BE-91EF-E643FA72B1C1}" srcOrd="1" destOrd="0" presId="urn:microsoft.com/office/officeart/2018/2/layout/IconLabelList"/>
    <dgm:cxn modelId="{0A8625C4-1155-43B7-9979-665213841B02}" type="presParOf" srcId="{A703CA59-CD87-4BB8-8B4B-EFC96730E2DA}" destId="{B066B516-F8E0-4B1E-A103-656F1AF6FE59}" srcOrd="2" destOrd="0" presId="urn:microsoft.com/office/officeart/2018/2/layout/IconLabelList"/>
    <dgm:cxn modelId="{15D525F9-A83C-4F38-A115-9C881117F133}" type="presParOf" srcId="{B066B516-F8E0-4B1E-A103-656F1AF6FE59}" destId="{76E41102-7715-47C5-8FBA-21D942002FC1}" srcOrd="0" destOrd="0" presId="urn:microsoft.com/office/officeart/2018/2/layout/IconLabelList"/>
    <dgm:cxn modelId="{C7B8B009-1EFB-44B1-8C83-C874F93DB450}" type="presParOf" srcId="{B066B516-F8E0-4B1E-A103-656F1AF6FE59}" destId="{BBFD8A1B-5AA4-4F05-B79F-CADD526DCDC3}" srcOrd="1" destOrd="0" presId="urn:microsoft.com/office/officeart/2018/2/layout/IconLabelList"/>
    <dgm:cxn modelId="{1BC91DF0-164B-493F-BE4D-EE4195C74A3B}" type="presParOf" srcId="{B066B516-F8E0-4B1E-A103-656F1AF6FE59}" destId="{7422FC00-FB68-41EB-91CB-C97976B1C2D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40566F-270B-4C3F-96C9-2DF575C71FF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FC62088-21BF-4338-9A2F-D21B9B6298C5}">
      <dgm:prSet/>
      <dgm:spPr/>
      <dgm:t>
        <a:bodyPr/>
        <a:lstStyle/>
        <a:p>
          <a:r>
            <a:rPr lang="en-US"/>
            <a:t>• SMOTE applied for balancing</a:t>
          </a:r>
        </a:p>
      </dgm:t>
    </dgm:pt>
    <dgm:pt modelId="{7EABB253-0267-4D51-AF28-B8864DD852C9}" type="parTrans" cxnId="{C3796288-3867-415C-BE9A-10570488D5B1}">
      <dgm:prSet/>
      <dgm:spPr/>
      <dgm:t>
        <a:bodyPr/>
        <a:lstStyle/>
        <a:p>
          <a:endParaRPr lang="en-US"/>
        </a:p>
      </dgm:t>
    </dgm:pt>
    <dgm:pt modelId="{56BB97FD-3A3D-42FB-A713-D2E1530147DC}" type="sibTrans" cxnId="{C3796288-3867-415C-BE9A-10570488D5B1}">
      <dgm:prSet/>
      <dgm:spPr/>
      <dgm:t>
        <a:bodyPr/>
        <a:lstStyle/>
        <a:p>
          <a:endParaRPr lang="en-US"/>
        </a:p>
      </dgm:t>
    </dgm:pt>
    <dgm:pt modelId="{8950993E-FEEA-44E9-9FCC-894A58E844E3}">
      <dgm:prSet/>
      <dgm:spPr/>
      <dgm:t>
        <a:bodyPr/>
        <a:lstStyle/>
        <a:p>
          <a:r>
            <a:rPr lang="en-US"/>
            <a:t>• 492 fraud vs 2508 genuine (before)</a:t>
          </a:r>
        </a:p>
      </dgm:t>
    </dgm:pt>
    <dgm:pt modelId="{E9722EF4-3FEA-44C8-A2C4-5BDBD33B354A}" type="parTrans" cxnId="{9A483546-5021-4114-94CD-83E0FAD76723}">
      <dgm:prSet/>
      <dgm:spPr/>
      <dgm:t>
        <a:bodyPr/>
        <a:lstStyle/>
        <a:p>
          <a:endParaRPr lang="en-US"/>
        </a:p>
      </dgm:t>
    </dgm:pt>
    <dgm:pt modelId="{95852D89-3688-4014-8EF2-27FDDCF544A8}" type="sibTrans" cxnId="{9A483546-5021-4114-94CD-83E0FAD76723}">
      <dgm:prSet/>
      <dgm:spPr/>
      <dgm:t>
        <a:bodyPr/>
        <a:lstStyle/>
        <a:p>
          <a:endParaRPr lang="en-US"/>
        </a:p>
      </dgm:t>
    </dgm:pt>
    <dgm:pt modelId="{A1944E1B-8332-4BED-9DE4-D14A5133D971}">
      <dgm:prSet/>
      <dgm:spPr/>
      <dgm:t>
        <a:bodyPr/>
        <a:lstStyle/>
        <a:p>
          <a:r>
            <a:rPr lang="en-US"/>
            <a:t>• Balanced dataset created</a:t>
          </a:r>
        </a:p>
      </dgm:t>
    </dgm:pt>
    <dgm:pt modelId="{1D6E2BED-D69A-4F9C-8EFC-9F98E7F299C3}" type="parTrans" cxnId="{5442700F-1DB7-4FF8-83C9-A0B3DFE8C7E9}">
      <dgm:prSet/>
      <dgm:spPr/>
      <dgm:t>
        <a:bodyPr/>
        <a:lstStyle/>
        <a:p>
          <a:endParaRPr lang="en-US"/>
        </a:p>
      </dgm:t>
    </dgm:pt>
    <dgm:pt modelId="{A04802A5-8112-48AB-A2DA-9DD9F86CFB7B}" type="sibTrans" cxnId="{5442700F-1DB7-4FF8-83C9-A0B3DFE8C7E9}">
      <dgm:prSet/>
      <dgm:spPr/>
      <dgm:t>
        <a:bodyPr/>
        <a:lstStyle/>
        <a:p>
          <a:endParaRPr lang="en-US"/>
        </a:p>
      </dgm:t>
    </dgm:pt>
    <dgm:pt modelId="{708482C4-244A-44D8-AACE-EB023BB34EA9}">
      <dgm:prSet/>
      <dgm:spPr/>
      <dgm:t>
        <a:bodyPr/>
        <a:lstStyle/>
        <a:p>
          <a:r>
            <a:rPr lang="en-US"/>
            <a:t>• Amount grouped into Low/Medium/High</a:t>
          </a:r>
        </a:p>
      </dgm:t>
    </dgm:pt>
    <dgm:pt modelId="{A7E45860-8D87-40A0-BB2C-0F8DC68E56C5}" type="parTrans" cxnId="{1F98238A-5F08-48D5-AC84-B415BCE7275B}">
      <dgm:prSet/>
      <dgm:spPr/>
      <dgm:t>
        <a:bodyPr/>
        <a:lstStyle/>
        <a:p>
          <a:endParaRPr lang="en-US"/>
        </a:p>
      </dgm:t>
    </dgm:pt>
    <dgm:pt modelId="{B4A4AAB8-A719-4FE5-9A6C-56DA618F1575}" type="sibTrans" cxnId="{1F98238A-5F08-48D5-AC84-B415BCE7275B}">
      <dgm:prSet/>
      <dgm:spPr/>
      <dgm:t>
        <a:bodyPr/>
        <a:lstStyle/>
        <a:p>
          <a:endParaRPr lang="en-US"/>
        </a:p>
      </dgm:t>
    </dgm:pt>
    <dgm:pt modelId="{13E647CB-7CB3-4FE9-83B6-0D30555BBFA6}" type="pres">
      <dgm:prSet presAssocID="{EF40566F-270B-4C3F-96C9-2DF575C71FFC}" presName="root" presStyleCnt="0">
        <dgm:presLayoutVars>
          <dgm:dir/>
          <dgm:resizeHandles val="exact"/>
        </dgm:presLayoutVars>
      </dgm:prSet>
      <dgm:spPr/>
    </dgm:pt>
    <dgm:pt modelId="{3A4464A7-175B-40FA-8EEB-E3A53E61BE92}" type="pres">
      <dgm:prSet presAssocID="{EF40566F-270B-4C3F-96C9-2DF575C71FFC}" presName="container" presStyleCnt="0">
        <dgm:presLayoutVars>
          <dgm:dir/>
          <dgm:resizeHandles val="exact"/>
        </dgm:presLayoutVars>
      </dgm:prSet>
      <dgm:spPr/>
    </dgm:pt>
    <dgm:pt modelId="{E299EBB0-8686-4443-948E-088C75A2EF77}" type="pres">
      <dgm:prSet presAssocID="{AFC62088-21BF-4338-9A2F-D21B9B6298C5}" presName="compNode" presStyleCnt="0"/>
      <dgm:spPr/>
    </dgm:pt>
    <dgm:pt modelId="{EF4913AB-5A7B-4925-940A-66D49BA3770B}" type="pres">
      <dgm:prSet presAssocID="{AFC62088-21BF-4338-9A2F-D21B9B6298C5}" presName="iconBgRect" presStyleLbl="bgShp" presStyleIdx="0" presStyleCnt="4"/>
      <dgm:spPr/>
    </dgm:pt>
    <dgm:pt modelId="{81543BA7-FE6F-4821-9C76-1746C7E8C290}" type="pres">
      <dgm:prSet presAssocID="{AFC62088-21BF-4338-9A2F-D21B9B6298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904A9CC-0E6B-49BC-8AE0-028A8F3D03A5}" type="pres">
      <dgm:prSet presAssocID="{AFC62088-21BF-4338-9A2F-D21B9B6298C5}" presName="spaceRect" presStyleCnt="0"/>
      <dgm:spPr/>
    </dgm:pt>
    <dgm:pt modelId="{8563DDC6-C99F-480A-A0FB-3E8D214EF6E9}" type="pres">
      <dgm:prSet presAssocID="{AFC62088-21BF-4338-9A2F-D21B9B6298C5}" presName="textRect" presStyleLbl="revTx" presStyleIdx="0" presStyleCnt="4">
        <dgm:presLayoutVars>
          <dgm:chMax val="1"/>
          <dgm:chPref val="1"/>
        </dgm:presLayoutVars>
      </dgm:prSet>
      <dgm:spPr/>
    </dgm:pt>
    <dgm:pt modelId="{2F99A61A-CB85-4DE2-9ED3-6C9553F8ACD6}" type="pres">
      <dgm:prSet presAssocID="{56BB97FD-3A3D-42FB-A713-D2E1530147DC}" presName="sibTrans" presStyleLbl="sibTrans2D1" presStyleIdx="0" presStyleCnt="0"/>
      <dgm:spPr/>
    </dgm:pt>
    <dgm:pt modelId="{89CD24A6-B32B-49A8-A5D3-5017D96DE3B6}" type="pres">
      <dgm:prSet presAssocID="{8950993E-FEEA-44E9-9FCC-894A58E844E3}" presName="compNode" presStyleCnt="0"/>
      <dgm:spPr/>
    </dgm:pt>
    <dgm:pt modelId="{B6DFD78B-3AB8-41EF-A907-476EC3CE1CEC}" type="pres">
      <dgm:prSet presAssocID="{8950993E-FEEA-44E9-9FCC-894A58E844E3}" presName="iconBgRect" presStyleLbl="bgShp" presStyleIdx="1" presStyleCnt="4"/>
      <dgm:spPr/>
    </dgm:pt>
    <dgm:pt modelId="{99A719F6-C410-44D0-A34F-791A0A312646}" type="pres">
      <dgm:prSet presAssocID="{8950993E-FEEA-44E9-9FCC-894A58E844E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5138082D-9552-4DE4-8259-96B8411F5193}" type="pres">
      <dgm:prSet presAssocID="{8950993E-FEEA-44E9-9FCC-894A58E844E3}" presName="spaceRect" presStyleCnt="0"/>
      <dgm:spPr/>
    </dgm:pt>
    <dgm:pt modelId="{77D5A378-8FBE-4292-8EA4-76150FB1E588}" type="pres">
      <dgm:prSet presAssocID="{8950993E-FEEA-44E9-9FCC-894A58E844E3}" presName="textRect" presStyleLbl="revTx" presStyleIdx="1" presStyleCnt="4">
        <dgm:presLayoutVars>
          <dgm:chMax val="1"/>
          <dgm:chPref val="1"/>
        </dgm:presLayoutVars>
      </dgm:prSet>
      <dgm:spPr/>
    </dgm:pt>
    <dgm:pt modelId="{0D0E1554-C6E5-4383-B8B0-D9C07FC37018}" type="pres">
      <dgm:prSet presAssocID="{95852D89-3688-4014-8EF2-27FDDCF544A8}" presName="sibTrans" presStyleLbl="sibTrans2D1" presStyleIdx="0" presStyleCnt="0"/>
      <dgm:spPr/>
    </dgm:pt>
    <dgm:pt modelId="{681FC635-9889-4DD9-AE85-9E1397E5ABD1}" type="pres">
      <dgm:prSet presAssocID="{A1944E1B-8332-4BED-9DE4-D14A5133D971}" presName="compNode" presStyleCnt="0"/>
      <dgm:spPr/>
    </dgm:pt>
    <dgm:pt modelId="{9E951D27-4663-4374-B3EB-4B9CDFDA33F1}" type="pres">
      <dgm:prSet presAssocID="{A1944E1B-8332-4BED-9DE4-D14A5133D971}" presName="iconBgRect" presStyleLbl="bgShp" presStyleIdx="2" presStyleCnt="4"/>
      <dgm:spPr/>
    </dgm:pt>
    <dgm:pt modelId="{834AE079-1F44-4141-BB0D-DF364ED5D4AC}" type="pres">
      <dgm:prSet presAssocID="{A1944E1B-8332-4BED-9DE4-D14A5133D97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112823-88ED-40E3-BC55-918362EA3E7A}" type="pres">
      <dgm:prSet presAssocID="{A1944E1B-8332-4BED-9DE4-D14A5133D971}" presName="spaceRect" presStyleCnt="0"/>
      <dgm:spPr/>
    </dgm:pt>
    <dgm:pt modelId="{A3C37A90-B472-4F50-82EB-8CA9DC62BD43}" type="pres">
      <dgm:prSet presAssocID="{A1944E1B-8332-4BED-9DE4-D14A5133D971}" presName="textRect" presStyleLbl="revTx" presStyleIdx="2" presStyleCnt="4">
        <dgm:presLayoutVars>
          <dgm:chMax val="1"/>
          <dgm:chPref val="1"/>
        </dgm:presLayoutVars>
      </dgm:prSet>
      <dgm:spPr/>
    </dgm:pt>
    <dgm:pt modelId="{66B2D483-5C9E-4922-BFD5-C216410B1E93}" type="pres">
      <dgm:prSet presAssocID="{A04802A5-8112-48AB-A2DA-9DD9F86CFB7B}" presName="sibTrans" presStyleLbl="sibTrans2D1" presStyleIdx="0" presStyleCnt="0"/>
      <dgm:spPr/>
    </dgm:pt>
    <dgm:pt modelId="{199328CD-3EC0-4E6B-9E72-7A905F126001}" type="pres">
      <dgm:prSet presAssocID="{708482C4-244A-44D8-AACE-EB023BB34EA9}" presName="compNode" presStyleCnt="0"/>
      <dgm:spPr/>
    </dgm:pt>
    <dgm:pt modelId="{78FCC29C-67E5-4526-8621-FC45D870627E}" type="pres">
      <dgm:prSet presAssocID="{708482C4-244A-44D8-AACE-EB023BB34EA9}" presName="iconBgRect" presStyleLbl="bgShp" presStyleIdx="3" presStyleCnt="4"/>
      <dgm:spPr/>
    </dgm:pt>
    <dgm:pt modelId="{E70B5480-691B-4CC5-813A-3E9CDE2C6CD1}" type="pres">
      <dgm:prSet presAssocID="{708482C4-244A-44D8-AACE-EB023BB34EA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53C5B9C6-0654-48B2-82D8-947DCC5E3808}" type="pres">
      <dgm:prSet presAssocID="{708482C4-244A-44D8-AACE-EB023BB34EA9}" presName="spaceRect" presStyleCnt="0"/>
      <dgm:spPr/>
    </dgm:pt>
    <dgm:pt modelId="{B9AF6FBA-28E5-4ADD-B2BF-F8F7BA8C5EF8}" type="pres">
      <dgm:prSet presAssocID="{708482C4-244A-44D8-AACE-EB023BB34E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2700F-1DB7-4FF8-83C9-A0B3DFE8C7E9}" srcId="{EF40566F-270B-4C3F-96C9-2DF575C71FFC}" destId="{A1944E1B-8332-4BED-9DE4-D14A5133D971}" srcOrd="2" destOrd="0" parTransId="{1D6E2BED-D69A-4F9C-8EFC-9F98E7F299C3}" sibTransId="{A04802A5-8112-48AB-A2DA-9DD9F86CFB7B}"/>
    <dgm:cxn modelId="{D1965911-41A5-4650-B253-A070925E77C5}" type="presOf" srcId="{95852D89-3688-4014-8EF2-27FDDCF544A8}" destId="{0D0E1554-C6E5-4383-B8B0-D9C07FC37018}" srcOrd="0" destOrd="0" presId="urn:microsoft.com/office/officeart/2018/2/layout/IconCircleList"/>
    <dgm:cxn modelId="{C2093C28-E797-4F34-ABA1-7ABCA5314092}" type="presOf" srcId="{708482C4-244A-44D8-AACE-EB023BB34EA9}" destId="{B9AF6FBA-28E5-4ADD-B2BF-F8F7BA8C5EF8}" srcOrd="0" destOrd="0" presId="urn:microsoft.com/office/officeart/2018/2/layout/IconCircleList"/>
    <dgm:cxn modelId="{DE44B52A-9754-4111-99B4-C312474DC3FC}" type="presOf" srcId="{56BB97FD-3A3D-42FB-A713-D2E1530147DC}" destId="{2F99A61A-CB85-4DE2-9ED3-6C9553F8ACD6}" srcOrd="0" destOrd="0" presId="urn:microsoft.com/office/officeart/2018/2/layout/IconCircleList"/>
    <dgm:cxn modelId="{F4045137-59A4-4768-B844-82A290093EB3}" type="presOf" srcId="{A04802A5-8112-48AB-A2DA-9DD9F86CFB7B}" destId="{66B2D483-5C9E-4922-BFD5-C216410B1E93}" srcOrd="0" destOrd="0" presId="urn:microsoft.com/office/officeart/2018/2/layout/IconCircleList"/>
    <dgm:cxn modelId="{9A483546-5021-4114-94CD-83E0FAD76723}" srcId="{EF40566F-270B-4C3F-96C9-2DF575C71FFC}" destId="{8950993E-FEEA-44E9-9FCC-894A58E844E3}" srcOrd="1" destOrd="0" parTransId="{E9722EF4-3FEA-44C8-A2C4-5BDBD33B354A}" sibTransId="{95852D89-3688-4014-8EF2-27FDDCF544A8}"/>
    <dgm:cxn modelId="{6CF88D4C-8D87-45F5-B323-AC1BBF3814E8}" type="presOf" srcId="{A1944E1B-8332-4BED-9DE4-D14A5133D971}" destId="{A3C37A90-B472-4F50-82EB-8CA9DC62BD43}" srcOrd="0" destOrd="0" presId="urn:microsoft.com/office/officeart/2018/2/layout/IconCircleList"/>
    <dgm:cxn modelId="{C3796288-3867-415C-BE9A-10570488D5B1}" srcId="{EF40566F-270B-4C3F-96C9-2DF575C71FFC}" destId="{AFC62088-21BF-4338-9A2F-D21B9B6298C5}" srcOrd="0" destOrd="0" parTransId="{7EABB253-0267-4D51-AF28-B8864DD852C9}" sibTransId="{56BB97FD-3A3D-42FB-A713-D2E1530147DC}"/>
    <dgm:cxn modelId="{1F98238A-5F08-48D5-AC84-B415BCE7275B}" srcId="{EF40566F-270B-4C3F-96C9-2DF575C71FFC}" destId="{708482C4-244A-44D8-AACE-EB023BB34EA9}" srcOrd="3" destOrd="0" parTransId="{A7E45860-8D87-40A0-BB2C-0F8DC68E56C5}" sibTransId="{B4A4AAB8-A719-4FE5-9A6C-56DA618F1575}"/>
    <dgm:cxn modelId="{E2A324D8-7BA8-46B9-9A79-A1E7DAB166BD}" type="presOf" srcId="{AFC62088-21BF-4338-9A2F-D21B9B6298C5}" destId="{8563DDC6-C99F-480A-A0FB-3E8D214EF6E9}" srcOrd="0" destOrd="0" presId="urn:microsoft.com/office/officeart/2018/2/layout/IconCircleList"/>
    <dgm:cxn modelId="{2B84E0ED-49FA-4409-837C-C797DFF9811D}" type="presOf" srcId="{EF40566F-270B-4C3F-96C9-2DF575C71FFC}" destId="{13E647CB-7CB3-4FE9-83B6-0D30555BBFA6}" srcOrd="0" destOrd="0" presId="urn:microsoft.com/office/officeart/2018/2/layout/IconCircleList"/>
    <dgm:cxn modelId="{1F30EEEE-858C-44FA-B4D0-2E9F5287D09F}" type="presOf" srcId="{8950993E-FEEA-44E9-9FCC-894A58E844E3}" destId="{77D5A378-8FBE-4292-8EA4-76150FB1E588}" srcOrd="0" destOrd="0" presId="urn:microsoft.com/office/officeart/2018/2/layout/IconCircleList"/>
    <dgm:cxn modelId="{5C01BC1E-C609-4C49-B1F9-8D83C60C6CF3}" type="presParOf" srcId="{13E647CB-7CB3-4FE9-83B6-0D30555BBFA6}" destId="{3A4464A7-175B-40FA-8EEB-E3A53E61BE92}" srcOrd="0" destOrd="0" presId="urn:microsoft.com/office/officeart/2018/2/layout/IconCircleList"/>
    <dgm:cxn modelId="{64251442-E46F-4D40-A648-2646C7DC0CDA}" type="presParOf" srcId="{3A4464A7-175B-40FA-8EEB-E3A53E61BE92}" destId="{E299EBB0-8686-4443-948E-088C75A2EF77}" srcOrd="0" destOrd="0" presId="urn:microsoft.com/office/officeart/2018/2/layout/IconCircleList"/>
    <dgm:cxn modelId="{B45BC609-8006-48ED-98F0-220359F0A487}" type="presParOf" srcId="{E299EBB0-8686-4443-948E-088C75A2EF77}" destId="{EF4913AB-5A7B-4925-940A-66D49BA3770B}" srcOrd="0" destOrd="0" presId="urn:microsoft.com/office/officeart/2018/2/layout/IconCircleList"/>
    <dgm:cxn modelId="{AB6402D1-024C-41A1-A795-22D4D60760F5}" type="presParOf" srcId="{E299EBB0-8686-4443-948E-088C75A2EF77}" destId="{81543BA7-FE6F-4821-9C76-1746C7E8C290}" srcOrd="1" destOrd="0" presId="urn:microsoft.com/office/officeart/2018/2/layout/IconCircleList"/>
    <dgm:cxn modelId="{954D89B7-D35C-47A5-9404-A9C0FE188DC3}" type="presParOf" srcId="{E299EBB0-8686-4443-948E-088C75A2EF77}" destId="{B904A9CC-0E6B-49BC-8AE0-028A8F3D03A5}" srcOrd="2" destOrd="0" presId="urn:microsoft.com/office/officeart/2018/2/layout/IconCircleList"/>
    <dgm:cxn modelId="{2C815521-2003-4E4B-A09D-EE8BF8A34EBE}" type="presParOf" srcId="{E299EBB0-8686-4443-948E-088C75A2EF77}" destId="{8563DDC6-C99F-480A-A0FB-3E8D214EF6E9}" srcOrd="3" destOrd="0" presId="urn:microsoft.com/office/officeart/2018/2/layout/IconCircleList"/>
    <dgm:cxn modelId="{14C20AF0-0CED-4BC6-BA89-64DC94AC5D5E}" type="presParOf" srcId="{3A4464A7-175B-40FA-8EEB-E3A53E61BE92}" destId="{2F99A61A-CB85-4DE2-9ED3-6C9553F8ACD6}" srcOrd="1" destOrd="0" presId="urn:microsoft.com/office/officeart/2018/2/layout/IconCircleList"/>
    <dgm:cxn modelId="{B104FA43-0AE8-4198-8928-DEAF0BC19643}" type="presParOf" srcId="{3A4464A7-175B-40FA-8EEB-E3A53E61BE92}" destId="{89CD24A6-B32B-49A8-A5D3-5017D96DE3B6}" srcOrd="2" destOrd="0" presId="urn:microsoft.com/office/officeart/2018/2/layout/IconCircleList"/>
    <dgm:cxn modelId="{BD23B020-76FA-404F-8303-5CC725AF374C}" type="presParOf" srcId="{89CD24A6-B32B-49A8-A5D3-5017D96DE3B6}" destId="{B6DFD78B-3AB8-41EF-A907-476EC3CE1CEC}" srcOrd="0" destOrd="0" presId="urn:microsoft.com/office/officeart/2018/2/layout/IconCircleList"/>
    <dgm:cxn modelId="{9C795372-0A72-4708-9E54-67FAD632BB6B}" type="presParOf" srcId="{89CD24A6-B32B-49A8-A5D3-5017D96DE3B6}" destId="{99A719F6-C410-44D0-A34F-791A0A312646}" srcOrd="1" destOrd="0" presId="urn:microsoft.com/office/officeart/2018/2/layout/IconCircleList"/>
    <dgm:cxn modelId="{590E7847-793C-4772-8BCA-8F64FE254558}" type="presParOf" srcId="{89CD24A6-B32B-49A8-A5D3-5017D96DE3B6}" destId="{5138082D-9552-4DE4-8259-96B8411F5193}" srcOrd="2" destOrd="0" presId="urn:microsoft.com/office/officeart/2018/2/layout/IconCircleList"/>
    <dgm:cxn modelId="{8C7F17F7-CD5E-4F27-881A-C96625E62E95}" type="presParOf" srcId="{89CD24A6-B32B-49A8-A5D3-5017D96DE3B6}" destId="{77D5A378-8FBE-4292-8EA4-76150FB1E588}" srcOrd="3" destOrd="0" presId="urn:microsoft.com/office/officeart/2018/2/layout/IconCircleList"/>
    <dgm:cxn modelId="{EE2E5CC0-76EB-4F72-98F1-6D750FDE2027}" type="presParOf" srcId="{3A4464A7-175B-40FA-8EEB-E3A53E61BE92}" destId="{0D0E1554-C6E5-4383-B8B0-D9C07FC37018}" srcOrd="3" destOrd="0" presId="urn:microsoft.com/office/officeart/2018/2/layout/IconCircleList"/>
    <dgm:cxn modelId="{5FD08F1F-F9EA-4578-AB62-42D893AA93C0}" type="presParOf" srcId="{3A4464A7-175B-40FA-8EEB-E3A53E61BE92}" destId="{681FC635-9889-4DD9-AE85-9E1397E5ABD1}" srcOrd="4" destOrd="0" presId="urn:microsoft.com/office/officeart/2018/2/layout/IconCircleList"/>
    <dgm:cxn modelId="{40CF051A-43BC-43C5-A8B9-9E8910B58B6A}" type="presParOf" srcId="{681FC635-9889-4DD9-AE85-9E1397E5ABD1}" destId="{9E951D27-4663-4374-B3EB-4B9CDFDA33F1}" srcOrd="0" destOrd="0" presId="urn:microsoft.com/office/officeart/2018/2/layout/IconCircleList"/>
    <dgm:cxn modelId="{CD7DD673-D7EB-46D1-89B9-32AAC5991FAC}" type="presParOf" srcId="{681FC635-9889-4DD9-AE85-9E1397E5ABD1}" destId="{834AE079-1F44-4141-BB0D-DF364ED5D4AC}" srcOrd="1" destOrd="0" presId="urn:microsoft.com/office/officeart/2018/2/layout/IconCircleList"/>
    <dgm:cxn modelId="{54A36053-2825-4F84-A6EA-E0352188953C}" type="presParOf" srcId="{681FC635-9889-4DD9-AE85-9E1397E5ABD1}" destId="{47112823-88ED-40E3-BC55-918362EA3E7A}" srcOrd="2" destOrd="0" presId="urn:microsoft.com/office/officeart/2018/2/layout/IconCircleList"/>
    <dgm:cxn modelId="{6F860C2A-3A0A-42F4-83A3-EC1CA632D3A6}" type="presParOf" srcId="{681FC635-9889-4DD9-AE85-9E1397E5ABD1}" destId="{A3C37A90-B472-4F50-82EB-8CA9DC62BD43}" srcOrd="3" destOrd="0" presId="urn:microsoft.com/office/officeart/2018/2/layout/IconCircleList"/>
    <dgm:cxn modelId="{97F45E1F-41C4-4118-9827-37E844E128B2}" type="presParOf" srcId="{3A4464A7-175B-40FA-8EEB-E3A53E61BE92}" destId="{66B2D483-5C9E-4922-BFD5-C216410B1E93}" srcOrd="5" destOrd="0" presId="urn:microsoft.com/office/officeart/2018/2/layout/IconCircleList"/>
    <dgm:cxn modelId="{5C02AA0C-56EC-49DB-A318-8E9421624475}" type="presParOf" srcId="{3A4464A7-175B-40FA-8EEB-E3A53E61BE92}" destId="{199328CD-3EC0-4E6B-9E72-7A905F126001}" srcOrd="6" destOrd="0" presId="urn:microsoft.com/office/officeart/2018/2/layout/IconCircleList"/>
    <dgm:cxn modelId="{D823DF07-212F-471B-9658-FF6912A47FAD}" type="presParOf" srcId="{199328CD-3EC0-4E6B-9E72-7A905F126001}" destId="{78FCC29C-67E5-4526-8621-FC45D870627E}" srcOrd="0" destOrd="0" presId="urn:microsoft.com/office/officeart/2018/2/layout/IconCircleList"/>
    <dgm:cxn modelId="{40801A98-9265-4FAE-9DA1-94EEFCE64CD0}" type="presParOf" srcId="{199328CD-3EC0-4E6B-9E72-7A905F126001}" destId="{E70B5480-691B-4CC5-813A-3E9CDE2C6CD1}" srcOrd="1" destOrd="0" presId="urn:microsoft.com/office/officeart/2018/2/layout/IconCircleList"/>
    <dgm:cxn modelId="{CE72078F-D6FB-49D4-9122-6E9A5F2B498D}" type="presParOf" srcId="{199328CD-3EC0-4E6B-9E72-7A905F126001}" destId="{53C5B9C6-0654-48B2-82D8-947DCC5E3808}" srcOrd="2" destOrd="0" presId="urn:microsoft.com/office/officeart/2018/2/layout/IconCircleList"/>
    <dgm:cxn modelId="{9CFC17D6-39B8-4C23-9D5D-37148CB5D3D2}" type="presParOf" srcId="{199328CD-3EC0-4E6B-9E72-7A905F126001}" destId="{B9AF6FBA-28E5-4ADD-B2BF-F8F7BA8C5E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202186-D262-46E6-9CFB-7BBB4D787B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987B06C-CD68-4FD9-AD1A-D415B901442B}">
      <dgm:prSet/>
      <dgm:spPr/>
      <dgm:t>
        <a:bodyPr/>
        <a:lstStyle/>
        <a:p>
          <a:r>
            <a:rPr lang="en-US"/>
            <a:t>• Pie chart: class distribution</a:t>
          </a:r>
        </a:p>
      </dgm:t>
    </dgm:pt>
    <dgm:pt modelId="{AA094281-923D-4011-A37E-F6EDB8E68199}" type="parTrans" cxnId="{6009FA72-F182-409C-88F3-8617F96B10F0}">
      <dgm:prSet/>
      <dgm:spPr/>
      <dgm:t>
        <a:bodyPr/>
        <a:lstStyle/>
        <a:p>
          <a:endParaRPr lang="en-US"/>
        </a:p>
      </dgm:t>
    </dgm:pt>
    <dgm:pt modelId="{6BCFA0D7-9DFB-4E44-98A2-79192C0D5083}" type="sibTrans" cxnId="{6009FA72-F182-409C-88F3-8617F96B10F0}">
      <dgm:prSet/>
      <dgm:spPr/>
      <dgm:t>
        <a:bodyPr/>
        <a:lstStyle/>
        <a:p>
          <a:endParaRPr lang="en-US"/>
        </a:p>
      </dgm:t>
    </dgm:pt>
    <dgm:pt modelId="{1C8C68BA-98FA-4FF9-87DA-020CE10F1BA5}">
      <dgm:prSet/>
      <dgm:spPr/>
      <dgm:t>
        <a:bodyPr/>
        <a:lstStyle/>
        <a:p>
          <a:r>
            <a:rPr lang="en-US"/>
            <a:t>• Bar chart: amount vs fraud</a:t>
          </a:r>
        </a:p>
      </dgm:t>
    </dgm:pt>
    <dgm:pt modelId="{D29CB9D3-6F78-4E53-B30B-C328EAA37E2F}" type="parTrans" cxnId="{FD7071B2-CCD7-4D74-8E15-60F416EC0EF7}">
      <dgm:prSet/>
      <dgm:spPr/>
      <dgm:t>
        <a:bodyPr/>
        <a:lstStyle/>
        <a:p>
          <a:endParaRPr lang="en-US"/>
        </a:p>
      </dgm:t>
    </dgm:pt>
    <dgm:pt modelId="{4EF066CB-5DD4-4BBE-B6B7-721855D72E7B}" type="sibTrans" cxnId="{FD7071B2-CCD7-4D74-8E15-60F416EC0EF7}">
      <dgm:prSet/>
      <dgm:spPr/>
      <dgm:t>
        <a:bodyPr/>
        <a:lstStyle/>
        <a:p>
          <a:endParaRPr lang="en-US"/>
        </a:p>
      </dgm:t>
    </dgm:pt>
    <dgm:pt modelId="{CE9686D0-2AB6-4A3F-9B22-E900DF0FE95C}">
      <dgm:prSet/>
      <dgm:spPr/>
      <dgm:t>
        <a:bodyPr/>
        <a:lstStyle/>
        <a:p>
          <a:r>
            <a:rPr lang="en-US"/>
            <a:t>• Line chart: time trends</a:t>
          </a:r>
        </a:p>
      </dgm:t>
    </dgm:pt>
    <dgm:pt modelId="{3CF016C9-FDFF-46DE-A2CC-42F07A3A847D}" type="parTrans" cxnId="{02BF4C74-0715-4A3A-9048-ECD1D2EE5F57}">
      <dgm:prSet/>
      <dgm:spPr/>
      <dgm:t>
        <a:bodyPr/>
        <a:lstStyle/>
        <a:p>
          <a:endParaRPr lang="en-US"/>
        </a:p>
      </dgm:t>
    </dgm:pt>
    <dgm:pt modelId="{600BB586-F526-4BE4-81EB-95040AD5E7FF}" type="sibTrans" cxnId="{02BF4C74-0715-4A3A-9048-ECD1D2EE5F57}">
      <dgm:prSet/>
      <dgm:spPr/>
      <dgm:t>
        <a:bodyPr/>
        <a:lstStyle/>
        <a:p>
          <a:endParaRPr lang="en-US"/>
        </a:p>
      </dgm:t>
    </dgm:pt>
    <dgm:pt modelId="{FB12027F-F560-4D63-966C-0AA3DEB6BCE2}">
      <dgm:prSet/>
      <dgm:spPr/>
      <dgm:t>
        <a:bodyPr/>
        <a:lstStyle/>
        <a:p>
          <a:r>
            <a:rPr lang="en-US"/>
            <a:t>• Scatter: amount vs time</a:t>
          </a:r>
        </a:p>
      </dgm:t>
    </dgm:pt>
    <dgm:pt modelId="{BC74A32D-7EF3-405F-91A6-B54346DBD7A2}" type="parTrans" cxnId="{F26BA75D-656D-4CD1-B059-49EAC68F9B5D}">
      <dgm:prSet/>
      <dgm:spPr/>
      <dgm:t>
        <a:bodyPr/>
        <a:lstStyle/>
        <a:p>
          <a:endParaRPr lang="en-US"/>
        </a:p>
      </dgm:t>
    </dgm:pt>
    <dgm:pt modelId="{813BC1CF-4ECA-4B6C-B19F-488C2B8ECDEA}" type="sibTrans" cxnId="{F26BA75D-656D-4CD1-B059-49EAC68F9B5D}">
      <dgm:prSet/>
      <dgm:spPr/>
      <dgm:t>
        <a:bodyPr/>
        <a:lstStyle/>
        <a:p>
          <a:endParaRPr lang="en-US"/>
        </a:p>
      </dgm:t>
    </dgm:pt>
    <dgm:pt modelId="{8696B9BF-1601-477F-B130-5A9FEC46FE02}">
      <dgm:prSet/>
      <dgm:spPr/>
      <dgm:t>
        <a:bodyPr/>
        <a:lstStyle/>
        <a:p>
          <a:r>
            <a:rPr lang="en-US"/>
            <a:t>• Filters enabled</a:t>
          </a:r>
        </a:p>
      </dgm:t>
    </dgm:pt>
    <dgm:pt modelId="{E0B75BC3-8D07-4FF8-85FC-59B5F2CF1180}" type="parTrans" cxnId="{67AC9072-F220-4238-8C5E-68AB49640049}">
      <dgm:prSet/>
      <dgm:spPr/>
      <dgm:t>
        <a:bodyPr/>
        <a:lstStyle/>
        <a:p>
          <a:endParaRPr lang="en-US"/>
        </a:p>
      </dgm:t>
    </dgm:pt>
    <dgm:pt modelId="{ABACAF09-8675-424B-83F1-E5282D312241}" type="sibTrans" cxnId="{67AC9072-F220-4238-8C5E-68AB49640049}">
      <dgm:prSet/>
      <dgm:spPr/>
      <dgm:t>
        <a:bodyPr/>
        <a:lstStyle/>
        <a:p>
          <a:endParaRPr lang="en-US"/>
        </a:p>
      </dgm:t>
    </dgm:pt>
    <dgm:pt modelId="{68E8BC52-DF14-4CDF-881C-DA4F6EFEB4EF}">
      <dgm:prSet/>
      <dgm:spPr/>
      <dgm:t>
        <a:bodyPr/>
        <a:lstStyle/>
        <a:p>
          <a:r>
            <a:rPr lang="en-US"/>
            <a:t>• Heatmap: risk zones</a:t>
          </a:r>
        </a:p>
      </dgm:t>
    </dgm:pt>
    <dgm:pt modelId="{0F3E4230-4F60-4EF1-904F-74E258C88E85}" type="sibTrans" cxnId="{B9BEB9E1-97E9-4761-B964-78B6813A44F7}">
      <dgm:prSet/>
      <dgm:spPr/>
      <dgm:t>
        <a:bodyPr/>
        <a:lstStyle/>
        <a:p>
          <a:endParaRPr lang="en-US"/>
        </a:p>
      </dgm:t>
    </dgm:pt>
    <dgm:pt modelId="{D80AC551-3B54-49F4-9CE1-00FA5CCB7F82}" type="parTrans" cxnId="{B9BEB9E1-97E9-4761-B964-78B6813A44F7}">
      <dgm:prSet/>
      <dgm:spPr/>
      <dgm:t>
        <a:bodyPr/>
        <a:lstStyle/>
        <a:p>
          <a:endParaRPr lang="en-US"/>
        </a:p>
      </dgm:t>
    </dgm:pt>
    <dgm:pt modelId="{7F8D4E53-3434-49B4-AE00-1C59F3765AEF}" type="pres">
      <dgm:prSet presAssocID="{81202186-D262-46E6-9CFB-7BBB4D787BB2}" presName="root" presStyleCnt="0">
        <dgm:presLayoutVars>
          <dgm:dir/>
          <dgm:resizeHandles val="exact"/>
        </dgm:presLayoutVars>
      </dgm:prSet>
      <dgm:spPr/>
    </dgm:pt>
    <dgm:pt modelId="{E00F8BFB-C6D5-41F8-8126-D4D396D7E760}" type="pres">
      <dgm:prSet presAssocID="{5987B06C-CD68-4FD9-AD1A-D415B901442B}" presName="compNode" presStyleCnt="0"/>
      <dgm:spPr/>
    </dgm:pt>
    <dgm:pt modelId="{FF719D50-9082-4255-9E12-5F8EAD1F236F}" type="pres">
      <dgm:prSet presAssocID="{5987B06C-CD68-4FD9-AD1A-D415B901442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98898C2E-B448-484A-AC8E-5D7CBB83D542}" type="pres">
      <dgm:prSet presAssocID="{5987B06C-CD68-4FD9-AD1A-D415B901442B}" presName="spaceRect" presStyleCnt="0"/>
      <dgm:spPr/>
    </dgm:pt>
    <dgm:pt modelId="{B4F77C71-F480-48DE-9117-98631D99539E}" type="pres">
      <dgm:prSet presAssocID="{5987B06C-CD68-4FD9-AD1A-D415B901442B}" presName="textRect" presStyleLbl="revTx" presStyleIdx="0" presStyleCnt="6">
        <dgm:presLayoutVars>
          <dgm:chMax val="1"/>
          <dgm:chPref val="1"/>
        </dgm:presLayoutVars>
      </dgm:prSet>
      <dgm:spPr/>
    </dgm:pt>
    <dgm:pt modelId="{161BD923-EC76-431C-83A9-561C52525035}" type="pres">
      <dgm:prSet presAssocID="{6BCFA0D7-9DFB-4E44-98A2-79192C0D5083}" presName="sibTrans" presStyleCnt="0"/>
      <dgm:spPr/>
    </dgm:pt>
    <dgm:pt modelId="{0CCCAFB1-12FB-40F5-8A7B-D26796BB7130}" type="pres">
      <dgm:prSet presAssocID="{1C8C68BA-98FA-4FF9-87DA-020CE10F1BA5}" presName="compNode" presStyleCnt="0"/>
      <dgm:spPr/>
    </dgm:pt>
    <dgm:pt modelId="{CB2A1488-FDC5-4C0F-8966-C6D112F2E493}" type="pres">
      <dgm:prSet presAssocID="{1C8C68BA-98FA-4FF9-87DA-020CE10F1BA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888D427-BBB9-4EAD-BB87-D4C9E66DF84E}" type="pres">
      <dgm:prSet presAssocID="{1C8C68BA-98FA-4FF9-87DA-020CE10F1BA5}" presName="spaceRect" presStyleCnt="0"/>
      <dgm:spPr/>
    </dgm:pt>
    <dgm:pt modelId="{EC1F9306-4760-4615-BB87-B5721B0E7327}" type="pres">
      <dgm:prSet presAssocID="{1C8C68BA-98FA-4FF9-87DA-020CE10F1BA5}" presName="textRect" presStyleLbl="revTx" presStyleIdx="1" presStyleCnt="6">
        <dgm:presLayoutVars>
          <dgm:chMax val="1"/>
          <dgm:chPref val="1"/>
        </dgm:presLayoutVars>
      </dgm:prSet>
      <dgm:spPr/>
    </dgm:pt>
    <dgm:pt modelId="{BACAF1C2-2E3D-49A1-8F1E-A5ED2E6173C2}" type="pres">
      <dgm:prSet presAssocID="{4EF066CB-5DD4-4BBE-B6B7-721855D72E7B}" presName="sibTrans" presStyleCnt="0"/>
      <dgm:spPr/>
    </dgm:pt>
    <dgm:pt modelId="{F3EA25EF-7D00-4164-A722-D7E1C73B408E}" type="pres">
      <dgm:prSet presAssocID="{CE9686D0-2AB6-4A3F-9B22-E900DF0FE95C}" presName="compNode" presStyleCnt="0"/>
      <dgm:spPr/>
    </dgm:pt>
    <dgm:pt modelId="{830107F0-29BC-4FDE-B3D7-DBE477908C24}" type="pres">
      <dgm:prSet presAssocID="{CE9686D0-2AB6-4A3F-9B22-E900DF0FE95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F8AAE7B-47F5-4095-A91D-15C0DF3F5E84}" type="pres">
      <dgm:prSet presAssocID="{CE9686D0-2AB6-4A3F-9B22-E900DF0FE95C}" presName="spaceRect" presStyleCnt="0"/>
      <dgm:spPr/>
    </dgm:pt>
    <dgm:pt modelId="{CC2AF3D0-0184-4921-8420-88512E24CA67}" type="pres">
      <dgm:prSet presAssocID="{CE9686D0-2AB6-4A3F-9B22-E900DF0FE95C}" presName="textRect" presStyleLbl="revTx" presStyleIdx="2" presStyleCnt="6">
        <dgm:presLayoutVars>
          <dgm:chMax val="1"/>
          <dgm:chPref val="1"/>
        </dgm:presLayoutVars>
      </dgm:prSet>
      <dgm:spPr/>
    </dgm:pt>
    <dgm:pt modelId="{39052F2E-0BB7-4546-9171-60AF92054FE4}" type="pres">
      <dgm:prSet presAssocID="{600BB586-F526-4BE4-81EB-95040AD5E7FF}" presName="sibTrans" presStyleCnt="0"/>
      <dgm:spPr/>
    </dgm:pt>
    <dgm:pt modelId="{7E742AB2-7B45-43B0-82C5-77B03F8C9500}" type="pres">
      <dgm:prSet presAssocID="{FB12027F-F560-4D63-966C-0AA3DEB6BCE2}" presName="compNode" presStyleCnt="0"/>
      <dgm:spPr/>
    </dgm:pt>
    <dgm:pt modelId="{5D7A72D0-3B57-4C6D-BBA9-4200E1EF178B}" type="pres">
      <dgm:prSet presAssocID="{FB12027F-F560-4D63-966C-0AA3DEB6BCE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631B9EA2-0836-4BBC-AB6B-2FD1E205D303}" type="pres">
      <dgm:prSet presAssocID="{FB12027F-F560-4D63-966C-0AA3DEB6BCE2}" presName="spaceRect" presStyleCnt="0"/>
      <dgm:spPr/>
    </dgm:pt>
    <dgm:pt modelId="{CB48E42B-8149-4C07-94D5-BBFDBDDCE886}" type="pres">
      <dgm:prSet presAssocID="{FB12027F-F560-4D63-966C-0AA3DEB6BCE2}" presName="textRect" presStyleLbl="revTx" presStyleIdx="3" presStyleCnt="6">
        <dgm:presLayoutVars>
          <dgm:chMax val="1"/>
          <dgm:chPref val="1"/>
        </dgm:presLayoutVars>
      </dgm:prSet>
      <dgm:spPr/>
    </dgm:pt>
    <dgm:pt modelId="{035B2D98-650E-4228-9986-307246C60530}" type="pres">
      <dgm:prSet presAssocID="{813BC1CF-4ECA-4B6C-B19F-488C2B8ECDEA}" presName="sibTrans" presStyleCnt="0"/>
      <dgm:spPr/>
    </dgm:pt>
    <dgm:pt modelId="{BC004997-B909-49BA-AA77-43519464AC83}" type="pres">
      <dgm:prSet presAssocID="{68E8BC52-DF14-4CDF-881C-DA4F6EFEB4EF}" presName="compNode" presStyleCnt="0"/>
      <dgm:spPr/>
    </dgm:pt>
    <dgm:pt modelId="{924B3CFC-65B3-4E06-8956-25D392A6DB5A}" type="pres">
      <dgm:prSet presAssocID="{68E8BC52-DF14-4CDF-881C-DA4F6EFEB4E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al"/>
        </a:ext>
      </dgm:extLst>
    </dgm:pt>
    <dgm:pt modelId="{2795154E-9B83-4A67-87CD-0B9CC5C61FB6}" type="pres">
      <dgm:prSet presAssocID="{68E8BC52-DF14-4CDF-881C-DA4F6EFEB4EF}" presName="spaceRect" presStyleCnt="0"/>
      <dgm:spPr/>
    </dgm:pt>
    <dgm:pt modelId="{5A1622CB-DDF4-4831-8EFA-040EAE677DAD}" type="pres">
      <dgm:prSet presAssocID="{68E8BC52-DF14-4CDF-881C-DA4F6EFEB4EF}" presName="textRect" presStyleLbl="revTx" presStyleIdx="4" presStyleCnt="6">
        <dgm:presLayoutVars>
          <dgm:chMax val="1"/>
          <dgm:chPref val="1"/>
        </dgm:presLayoutVars>
      </dgm:prSet>
      <dgm:spPr/>
    </dgm:pt>
    <dgm:pt modelId="{5EEFC840-049E-4EC9-BD16-65459F1B64BE}" type="pres">
      <dgm:prSet presAssocID="{0F3E4230-4F60-4EF1-904F-74E258C88E85}" presName="sibTrans" presStyleCnt="0"/>
      <dgm:spPr/>
    </dgm:pt>
    <dgm:pt modelId="{02E57E5A-E83D-42EB-8A74-F6B5765E4E27}" type="pres">
      <dgm:prSet presAssocID="{8696B9BF-1601-477F-B130-5A9FEC46FE02}" presName="compNode" presStyleCnt="0"/>
      <dgm:spPr/>
    </dgm:pt>
    <dgm:pt modelId="{2929D23F-13D6-49F7-BB3B-3BCBF8CE7A6C}" type="pres">
      <dgm:prSet presAssocID="{8696B9BF-1601-477F-B130-5A9FEC46FE0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965D926-7D30-4DF2-850E-67EDDC9753EA}" type="pres">
      <dgm:prSet presAssocID="{8696B9BF-1601-477F-B130-5A9FEC46FE02}" presName="spaceRect" presStyleCnt="0"/>
      <dgm:spPr/>
    </dgm:pt>
    <dgm:pt modelId="{8BC562F5-468A-48C0-8474-67162D9E3608}" type="pres">
      <dgm:prSet presAssocID="{8696B9BF-1601-477F-B130-5A9FEC46FE0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B7CBC0A-AE1F-4700-A76B-68B416668622}" type="presOf" srcId="{CE9686D0-2AB6-4A3F-9B22-E900DF0FE95C}" destId="{CC2AF3D0-0184-4921-8420-88512E24CA67}" srcOrd="0" destOrd="0" presId="urn:microsoft.com/office/officeart/2018/2/layout/IconLabelList"/>
    <dgm:cxn modelId="{FB326A17-B723-4339-BEC9-36D47009BBCE}" type="presOf" srcId="{FB12027F-F560-4D63-966C-0AA3DEB6BCE2}" destId="{CB48E42B-8149-4C07-94D5-BBFDBDDCE886}" srcOrd="0" destOrd="0" presId="urn:microsoft.com/office/officeart/2018/2/layout/IconLabelList"/>
    <dgm:cxn modelId="{6E1A911C-8B2E-4509-A4BD-98461122EF4D}" type="presOf" srcId="{8696B9BF-1601-477F-B130-5A9FEC46FE02}" destId="{8BC562F5-468A-48C0-8474-67162D9E3608}" srcOrd="0" destOrd="0" presId="urn:microsoft.com/office/officeart/2018/2/layout/IconLabelList"/>
    <dgm:cxn modelId="{FEED3C4E-4A61-47FA-B5E0-BE4BEBAA774C}" type="presOf" srcId="{1C8C68BA-98FA-4FF9-87DA-020CE10F1BA5}" destId="{EC1F9306-4760-4615-BB87-B5721B0E7327}" srcOrd="0" destOrd="0" presId="urn:microsoft.com/office/officeart/2018/2/layout/IconLabelList"/>
    <dgm:cxn modelId="{F26BA75D-656D-4CD1-B059-49EAC68F9B5D}" srcId="{81202186-D262-46E6-9CFB-7BBB4D787BB2}" destId="{FB12027F-F560-4D63-966C-0AA3DEB6BCE2}" srcOrd="3" destOrd="0" parTransId="{BC74A32D-7EF3-405F-91A6-B54346DBD7A2}" sibTransId="{813BC1CF-4ECA-4B6C-B19F-488C2B8ECDEA}"/>
    <dgm:cxn modelId="{67AC9072-F220-4238-8C5E-68AB49640049}" srcId="{81202186-D262-46E6-9CFB-7BBB4D787BB2}" destId="{8696B9BF-1601-477F-B130-5A9FEC46FE02}" srcOrd="5" destOrd="0" parTransId="{E0B75BC3-8D07-4FF8-85FC-59B5F2CF1180}" sibTransId="{ABACAF09-8675-424B-83F1-E5282D312241}"/>
    <dgm:cxn modelId="{6009FA72-F182-409C-88F3-8617F96B10F0}" srcId="{81202186-D262-46E6-9CFB-7BBB4D787BB2}" destId="{5987B06C-CD68-4FD9-AD1A-D415B901442B}" srcOrd="0" destOrd="0" parTransId="{AA094281-923D-4011-A37E-F6EDB8E68199}" sibTransId="{6BCFA0D7-9DFB-4E44-98A2-79192C0D5083}"/>
    <dgm:cxn modelId="{02BF4C74-0715-4A3A-9048-ECD1D2EE5F57}" srcId="{81202186-D262-46E6-9CFB-7BBB4D787BB2}" destId="{CE9686D0-2AB6-4A3F-9B22-E900DF0FE95C}" srcOrd="2" destOrd="0" parTransId="{3CF016C9-FDFF-46DE-A2CC-42F07A3A847D}" sibTransId="{600BB586-F526-4BE4-81EB-95040AD5E7FF}"/>
    <dgm:cxn modelId="{D1750291-BD02-4FDA-9473-E778374340A4}" type="presOf" srcId="{81202186-D262-46E6-9CFB-7BBB4D787BB2}" destId="{7F8D4E53-3434-49B4-AE00-1C59F3765AEF}" srcOrd="0" destOrd="0" presId="urn:microsoft.com/office/officeart/2018/2/layout/IconLabelList"/>
    <dgm:cxn modelId="{FD7071B2-CCD7-4D74-8E15-60F416EC0EF7}" srcId="{81202186-D262-46E6-9CFB-7BBB4D787BB2}" destId="{1C8C68BA-98FA-4FF9-87DA-020CE10F1BA5}" srcOrd="1" destOrd="0" parTransId="{D29CB9D3-6F78-4E53-B30B-C328EAA37E2F}" sibTransId="{4EF066CB-5DD4-4BBE-B6B7-721855D72E7B}"/>
    <dgm:cxn modelId="{9BEC45D4-A217-47CD-B811-61951A7E450C}" type="presOf" srcId="{68E8BC52-DF14-4CDF-881C-DA4F6EFEB4EF}" destId="{5A1622CB-DDF4-4831-8EFA-040EAE677DAD}" srcOrd="0" destOrd="0" presId="urn:microsoft.com/office/officeart/2018/2/layout/IconLabelList"/>
    <dgm:cxn modelId="{19A4A2E1-56CD-4DC5-ACCD-6BE9A028C98A}" type="presOf" srcId="{5987B06C-CD68-4FD9-AD1A-D415B901442B}" destId="{B4F77C71-F480-48DE-9117-98631D99539E}" srcOrd="0" destOrd="0" presId="urn:microsoft.com/office/officeart/2018/2/layout/IconLabelList"/>
    <dgm:cxn modelId="{B9BEB9E1-97E9-4761-B964-78B6813A44F7}" srcId="{81202186-D262-46E6-9CFB-7BBB4D787BB2}" destId="{68E8BC52-DF14-4CDF-881C-DA4F6EFEB4EF}" srcOrd="4" destOrd="0" parTransId="{D80AC551-3B54-49F4-9CE1-00FA5CCB7F82}" sibTransId="{0F3E4230-4F60-4EF1-904F-74E258C88E85}"/>
    <dgm:cxn modelId="{91C3F4E2-70BA-4558-B27F-705FCF4EA692}" type="presParOf" srcId="{7F8D4E53-3434-49B4-AE00-1C59F3765AEF}" destId="{E00F8BFB-C6D5-41F8-8126-D4D396D7E760}" srcOrd="0" destOrd="0" presId="urn:microsoft.com/office/officeart/2018/2/layout/IconLabelList"/>
    <dgm:cxn modelId="{B99AEDF4-CEB4-4897-AF23-0BEA7737F9C7}" type="presParOf" srcId="{E00F8BFB-C6D5-41F8-8126-D4D396D7E760}" destId="{FF719D50-9082-4255-9E12-5F8EAD1F236F}" srcOrd="0" destOrd="0" presId="urn:microsoft.com/office/officeart/2018/2/layout/IconLabelList"/>
    <dgm:cxn modelId="{1A317ADB-A89B-43A5-86BB-566E62342007}" type="presParOf" srcId="{E00F8BFB-C6D5-41F8-8126-D4D396D7E760}" destId="{98898C2E-B448-484A-AC8E-5D7CBB83D542}" srcOrd="1" destOrd="0" presId="urn:microsoft.com/office/officeart/2018/2/layout/IconLabelList"/>
    <dgm:cxn modelId="{D429706F-84DC-47EB-8AFB-EBB70C9A0C3E}" type="presParOf" srcId="{E00F8BFB-C6D5-41F8-8126-D4D396D7E760}" destId="{B4F77C71-F480-48DE-9117-98631D99539E}" srcOrd="2" destOrd="0" presId="urn:microsoft.com/office/officeart/2018/2/layout/IconLabelList"/>
    <dgm:cxn modelId="{F3B5B10C-718B-4C23-A156-41980A228485}" type="presParOf" srcId="{7F8D4E53-3434-49B4-AE00-1C59F3765AEF}" destId="{161BD923-EC76-431C-83A9-561C52525035}" srcOrd="1" destOrd="0" presId="urn:microsoft.com/office/officeart/2018/2/layout/IconLabelList"/>
    <dgm:cxn modelId="{E7CED821-0183-4828-871E-3DE6AE105544}" type="presParOf" srcId="{7F8D4E53-3434-49B4-AE00-1C59F3765AEF}" destId="{0CCCAFB1-12FB-40F5-8A7B-D26796BB7130}" srcOrd="2" destOrd="0" presId="urn:microsoft.com/office/officeart/2018/2/layout/IconLabelList"/>
    <dgm:cxn modelId="{A81A9DDC-4C73-42F5-A9F8-68B0777729B2}" type="presParOf" srcId="{0CCCAFB1-12FB-40F5-8A7B-D26796BB7130}" destId="{CB2A1488-FDC5-4C0F-8966-C6D112F2E493}" srcOrd="0" destOrd="0" presId="urn:microsoft.com/office/officeart/2018/2/layout/IconLabelList"/>
    <dgm:cxn modelId="{3D475939-550F-4D6B-95B0-1CAB43117FAD}" type="presParOf" srcId="{0CCCAFB1-12FB-40F5-8A7B-D26796BB7130}" destId="{9888D427-BBB9-4EAD-BB87-D4C9E66DF84E}" srcOrd="1" destOrd="0" presId="urn:microsoft.com/office/officeart/2018/2/layout/IconLabelList"/>
    <dgm:cxn modelId="{75E11091-DDDB-4E77-98B6-D4F7012D16F3}" type="presParOf" srcId="{0CCCAFB1-12FB-40F5-8A7B-D26796BB7130}" destId="{EC1F9306-4760-4615-BB87-B5721B0E7327}" srcOrd="2" destOrd="0" presId="urn:microsoft.com/office/officeart/2018/2/layout/IconLabelList"/>
    <dgm:cxn modelId="{C74DDB9E-1320-4BAF-B123-778D32B2202F}" type="presParOf" srcId="{7F8D4E53-3434-49B4-AE00-1C59F3765AEF}" destId="{BACAF1C2-2E3D-49A1-8F1E-A5ED2E6173C2}" srcOrd="3" destOrd="0" presId="urn:microsoft.com/office/officeart/2018/2/layout/IconLabelList"/>
    <dgm:cxn modelId="{68B9337E-4BB7-421B-AC73-F09F320C1950}" type="presParOf" srcId="{7F8D4E53-3434-49B4-AE00-1C59F3765AEF}" destId="{F3EA25EF-7D00-4164-A722-D7E1C73B408E}" srcOrd="4" destOrd="0" presId="urn:microsoft.com/office/officeart/2018/2/layout/IconLabelList"/>
    <dgm:cxn modelId="{2929EB50-56AD-447E-A4F3-8C647D1567E8}" type="presParOf" srcId="{F3EA25EF-7D00-4164-A722-D7E1C73B408E}" destId="{830107F0-29BC-4FDE-B3D7-DBE477908C24}" srcOrd="0" destOrd="0" presId="urn:microsoft.com/office/officeart/2018/2/layout/IconLabelList"/>
    <dgm:cxn modelId="{1EF96F26-889E-431D-BFFD-8F1D679AB300}" type="presParOf" srcId="{F3EA25EF-7D00-4164-A722-D7E1C73B408E}" destId="{0F8AAE7B-47F5-4095-A91D-15C0DF3F5E84}" srcOrd="1" destOrd="0" presId="urn:microsoft.com/office/officeart/2018/2/layout/IconLabelList"/>
    <dgm:cxn modelId="{31A29050-3F5E-4BFE-83A1-429BE39EEF83}" type="presParOf" srcId="{F3EA25EF-7D00-4164-A722-D7E1C73B408E}" destId="{CC2AF3D0-0184-4921-8420-88512E24CA67}" srcOrd="2" destOrd="0" presId="urn:microsoft.com/office/officeart/2018/2/layout/IconLabelList"/>
    <dgm:cxn modelId="{FE7DCFEF-5772-4420-81F4-AC65B20EB710}" type="presParOf" srcId="{7F8D4E53-3434-49B4-AE00-1C59F3765AEF}" destId="{39052F2E-0BB7-4546-9171-60AF92054FE4}" srcOrd="5" destOrd="0" presId="urn:microsoft.com/office/officeart/2018/2/layout/IconLabelList"/>
    <dgm:cxn modelId="{398CD35B-4C2C-4E7D-8976-73BFF6449E91}" type="presParOf" srcId="{7F8D4E53-3434-49B4-AE00-1C59F3765AEF}" destId="{7E742AB2-7B45-43B0-82C5-77B03F8C9500}" srcOrd="6" destOrd="0" presId="urn:microsoft.com/office/officeart/2018/2/layout/IconLabelList"/>
    <dgm:cxn modelId="{393CCFEF-2652-42D4-9A0F-661F3A73A846}" type="presParOf" srcId="{7E742AB2-7B45-43B0-82C5-77B03F8C9500}" destId="{5D7A72D0-3B57-4C6D-BBA9-4200E1EF178B}" srcOrd="0" destOrd="0" presId="urn:microsoft.com/office/officeart/2018/2/layout/IconLabelList"/>
    <dgm:cxn modelId="{58D7C647-8AB0-4F31-A5EA-F8EEAFB20E1E}" type="presParOf" srcId="{7E742AB2-7B45-43B0-82C5-77B03F8C9500}" destId="{631B9EA2-0836-4BBC-AB6B-2FD1E205D303}" srcOrd="1" destOrd="0" presId="urn:microsoft.com/office/officeart/2018/2/layout/IconLabelList"/>
    <dgm:cxn modelId="{5209FE40-E9EA-48A4-B496-236F67A3186A}" type="presParOf" srcId="{7E742AB2-7B45-43B0-82C5-77B03F8C9500}" destId="{CB48E42B-8149-4C07-94D5-BBFDBDDCE886}" srcOrd="2" destOrd="0" presId="urn:microsoft.com/office/officeart/2018/2/layout/IconLabelList"/>
    <dgm:cxn modelId="{E7E658F0-E3AA-4D99-BA46-59FCCE66F6DA}" type="presParOf" srcId="{7F8D4E53-3434-49B4-AE00-1C59F3765AEF}" destId="{035B2D98-650E-4228-9986-307246C60530}" srcOrd="7" destOrd="0" presId="urn:microsoft.com/office/officeart/2018/2/layout/IconLabelList"/>
    <dgm:cxn modelId="{3983F57F-09B4-4E51-A1EC-2135A5670929}" type="presParOf" srcId="{7F8D4E53-3434-49B4-AE00-1C59F3765AEF}" destId="{BC004997-B909-49BA-AA77-43519464AC83}" srcOrd="8" destOrd="0" presId="urn:microsoft.com/office/officeart/2018/2/layout/IconLabelList"/>
    <dgm:cxn modelId="{E2B42484-C1C8-4BAE-9E44-1549C07D6195}" type="presParOf" srcId="{BC004997-B909-49BA-AA77-43519464AC83}" destId="{924B3CFC-65B3-4E06-8956-25D392A6DB5A}" srcOrd="0" destOrd="0" presId="urn:microsoft.com/office/officeart/2018/2/layout/IconLabelList"/>
    <dgm:cxn modelId="{413A5E2A-A6EB-4008-98C8-9F63B9C9F362}" type="presParOf" srcId="{BC004997-B909-49BA-AA77-43519464AC83}" destId="{2795154E-9B83-4A67-87CD-0B9CC5C61FB6}" srcOrd="1" destOrd="0" presId="urn:microsoft.com/office/officeart/2018/2/layout/IconLabelList"/>
    <dgm:cxn modelId="{D4207DCC-7754-4BD4-9060-0EA4A131F770}" type="presParOf" srcId="{BC004997-B909-49BA-AA77-43519464AC83}" destId="{5A1622CB-DDF4-4831-8EFA-040EAE677DAD}" srcOrd="2" destOrd="0" presId="urn:microsoft.com/office/officeart/2018/2/layout/IconLabelList"/>
    <dgm:cxn modelId="{93601550-09A0-442D-B5A9-E35461E48471}" type="presParOf" srcId="{7F8D4E53-3434-49B4-AE00-1C59F3765AEF}" destId="{5EEFC840-049E-4EC9-BD16-65459F1B64BE}" srcOrd="9" destOrd="0" presId="urn:microsoft.com/office/officeart/2018/2/layout/IconLabelList"/>
    <dgm:cxn modelId="{463E8A3E-5FB5-4E96-ADB6-20EBEAD01798}" type="presParOf" srcId="{7F8D4E53-3434-49B4-AE00-1C59F3765AEF}" destId="{02E57E5A-E83D-42EB-8A74-F6B5765E4E27}" srcOrd="10" destOrd="0" presId="urn:microsoft.com/office/officeart/2018/2/layout/IconLabelList"/>
    <dgm:cxn modelId="{E36197AA-8A5A-4B01-9647-013AB73FD16C}" type="presParOf" srcId="{02E57E5A-E83D-42EB-8A74-F6B5765E4E27}" destId="{2929D23F-13D6-49F7-BB3B-3BCBF8CE7A6C}" srcOrd="0" destOrd="0" presId="urn:microsoft.com/office/officeart/2018/2/layout/IconLabelList"/>
    <dgm:cxn modelId="{D5A1C3AC-64B7-4C08-94C2-798C70F01E48}" type="presParOf" srcId="{02E57E5A-E83D-42EB-8A74-F6B5765E4E27}" destId="{4965D926-7D30-4DF2-850E-67EDDC9753EA}" srcOrd="1" destOrd="0" presId="urn:microsoft.com/office/officeart/2018/2/layout/IconLabelList"/>
    <dgm:cxn modelId="{6A970FEE-A5EC-471B-B3AA-EA61E01FE19B}" type="presParOf" srcId="{02E57E5A-E83D-42EB-8A74-F6B5765E4E27}" destId="{8BC562F5-468A-48C0-8474-67162D9E360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798A93-2B5D-4072-9FF2-AAB79136583A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6001F9-482F-4C25-8A12-460FA1212DC9}">
      <dgm:prSet/>
      <dgm:spPr/>
      <dgm:t>
        <a:bodyPr/>
        <a:lstStyle/>
        <a:p>
          <a:r>
            <a:rPr lang="en-US"/>
            <a:t>• Fraud peaks 00:00–06:00</a:t>
          </a:r>
        </a:p>
      </dgm:t>
    </dgm:pt>
    <dgm:pt modelId="{9DAEB18C-F185-4831-8C4B-861297781FC1}" type="parTrans" cxnId="{CA3A388C-9FF6-436A-B055-511AD78D6DC4}">
      <dgm:prSet/>
      <dgm:spPr/>
      <dgm:t>
        <a:bodyPr/>
        <a:lstStyle/>
        <a:p>
          <a:endParaRPr lang="en-US"/>
        </a:p>
      </dgm:t>
    </dgm:pt>
    <dgm:pt modelId="{05EBBB8F-70CF-4744-A441-6AFF561B7666}" type="sibTrans" cxnId="{CA3A388C-9FF6-436A-B055-511AD78D6DC4}">
      <dgm:prSet/>
      <dgm:spPr/>
      <dgm:t>
        <a:bodyPr/>
        <a:lstStyle/>
        <a:p>
          <a:endParaRPr lang="en-US"/>
        </a:p>
      </dgm:t>
    </dgm:pt>
    <dgm:pt modelId="{2494654B-E5E7-4FA4-8909-C0B26AD72D51}">
      <dgm:prSet/>
      <dgm:spPr/>
      <dgm:t>
        <a:bodyPr/>
        <a:lstStyle/>
        <a:p>
          <a:r>
            <a:rPr lang="en-US"/>
            <a:t>• Medium transactions most targeted</a:t>
          </a:r>
        </a:p>
      </dgm:t>
    </dgm:pt>
    <dgm:pt modelId="{C73E22F9-9736-49E9-8757-E5235021BEA2}" type="parTrans" cxnId="{C17FCC51-AF15-4FD1-80B5-9EBEC45C9C7B}">
      <dgm:prSet/>
      <dgm:spPr/>
      <dgm:t>
        <a:bodyPr/>
        <a:lstStyle/>
        <a:p>
          <a:endParaRPr lang="en-US"/>
        </a:p>
      </dgm:t>
    </dgm:pt>
    <dgm:pt modelId="{02C042BD-A59E-4AB7-89A7-86F0BBE8DF08}" type="sibTrans" cxnId="{C17FCC51-AF15-4FD1-80B5-9EBEC45C9C7B}">
      <dgm:prSet/>
      <dgm:spPr/>
      <dgm:t>
        <a:bodyPr/>
        <a:lstStyle/>
        <a:p>
          <a:endParaRPr lang="en-US"/>
        </a:p>
      </dgm:t>
    </dgm:pt>
    <dgm:pt modelId="{55273554-B86B-4CA3-89FD-45AFA0F5E580}">
      <dgm:prSet/>
      <dgm:spPr/>
      <dgm:t>
        <a:bodyPr/>
        <a:lstStyle/>
        <a:p>
          <a:r>
            <a:rPr lang="en-US"/>
            <a:t>• Clear behavioural clustering</a:t>
          </a:r>
        </a:p>
      </dgm:t>
    </dgm:pt>
    <dgm:pt modelId="{A10D48CE-B888-4A0D-9982-4E874014F775}" type="parTrans" cxnId="{A53C49F6-4BDB-4585-97AF-3AA5C95FD48A}">
      <dgm:prSet/>
      <dgm:spPr/>
      <dgm:t>
        <a:bodyPr/>
        <a:lstStyle/>
        <a:p>
          <a:endParaRPr lang="en-US"/>
        </a:p>
      </dgm:t>
    </dgm:pt>
    <dgm:pt modelId="{22DC7F60-EC79-4D1C-B80D-BB07E27F35CE}" type="sibTrans" cxnId="{A53C49F6-4BDB-4585-97AF-3AA5C95FD48A}">
      <dgm:prSet/>
      <dgm:spPr/>
      <dgm:t>
        <a:bodyPr/>
        <a:lstStyle/>
        <a:p>
          <a:endParaRPr lang="en-US"/>
        </a:p>
      </dgm:t>
    </dgm:pt>
    <dgm:pt modelId="{4C407248-65B9-E147-A366-78596DB3F249}" type="pres">
      <dgm:prSet presAssocID="{F9798A93-2B5D-4072-9FF2-AAB79136583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51983F-1345-A94C-88C1-24EC77909053}" type="pres">
      <dgm:prSet presAssocID="{2E6001F9-482F-4C25-8A12-460FA1212DC9}" presName="hierRoot1" presStyleCnt="0"/>
      <dgm:spPr/>
    </dgm:pt>
    <dgm:pt modelId="{E5CCB139-8485-C447-B8C6-4686C0E86C7E}" type="pres">
      <dgm:prSet presAssocID="{2E6001F9-482F-4C25-8A12-460FA1212DC9}" presName="composite" presStyleCnt="0"/>
      <dgm:spPr/>
    </dgm:pt>
    <dgm:pt modelId="{AF801C80-13D2-1C41-A89F-78F9DF825D43}" type="pres">
      <dgm:prSet presAssocID="{2E6001F9-482F-4C25-8A12-460FA1212DC9}" presName="background" presStyleLbl="node0" presStyleIdx="0" presStyleCnt="3"/>
      <dgm:spPr/>
    </dgm:pt>
    <dgm:pt modelId="{1D400FAB-ADCE-BE4B-979F-580CC7E2E50C}" type="pres">
      <dgm:prSet presAssocID="{2E6001F9-482F-4C25-8A12-460FA1212DC9}" presName="text" presStyleLbl="fgAcc0" presStyleIdx="0" presStyleCnt="3">
        <dgm:presLayoutVars>
          <dgm:chPref val="3"/>
        </dgm:presLayoutVars>
      </dgm:prSet>
      <dgm:spPr/>
    </dgm:pt>
    <dgm:pt modelId="{78708569-0255-DF46-B261-6B56AD1DC2E2}" type="pres">
      <dgm:prSet presAssocID="{2E6001F9-482F-4C25-8A12-460FA1212DC9}" presName="hierChild2" presStyleCnt="0"/>
      <dgm:spPr/>
    </dgm:pt>
    <dgm:pt modelId="{96CB4B37-B520-2E43-B8E0-50D6AE74080B}" type="pres">
      <dgm:prSet presAssocID="{2494654B-E5E7-4FA4-8909-C0B26AD72D51}" presName="hierRoot1" presStyleCnt="0"/>
      <dgm:spPr/>
    </dgm:pt>
    <dgm:pt modelId="{0DF3018B-4BAA-0A43-8057-342921CFE036}" type="pres">
      <dgm:prSet presAssocID="{2494654B-E5E7-4FA4-8909-C0B26AD72D51}" presName="composite" presStyleCnt="0"/>
      <dgm:spPr/>
    </dgm:pt>
    <dgm:pt modelId="{28555797-CB1D-B048-819E-1CE571D54BA9}" type="pres">
      <dgm:prSet presAssocID="{2494654B-E5E7-4FA4-8909-C0B26AD72D51}" presName="background" presStyleLbl="node0" presStyleIdx="1" presStyleCnt="3"/>
      <dgm:spPr/>
    </dgm:pt>
    <dgm:pt modelId="{D6AB8CDB-4AA4-E443-9C59-9682B431CE19}" type="pres">
      <dgm:prSet presAssocID="{2494654B-E5E7-4FA4-8909-C0B26AD72D51}" presName="text" presStyleLbl="fgAcc0" presStyleIdx="1" presStyleCnt="3">
        <dgm:presLayoutVars>
          <dgm:chPref val="3"/>
        </dgm:presLayoutVars>
      </dgm:prSet>
      <dgm:spPr/>
    </dgm:pt>
    <dgm:pt modelId="{3CA3783A-D222-4043-A6AC-D49836587E63}" type="pres">
      <dgm:prSet presAssocID="{2494654B-E5E7-4FA4-8909-C0B26AD72D51}" presName="hierChild2" presStyleCnt="0"/>
      <dgm:spPr/>
    </dgm:pt>
    <dgm:pt modelId="{C3E7BF68-D9F3-8440-B366-6101E67A4D53}" type="pres">
      <dgm:prSet presAssocID="{55273554-B86B-4CA3-89FD-45AFA0F5E580}" presName="hierRoot1" presStyleCnt="0"/>
      <dgm:spPr/>
    </dgm:pt>
    <dgm:pt modelId="{D30D51CA-B32B-5945-926A-AC8221F7DF8F}" type="pres">
      <dgm:prSet presAssocID="{55273554-B86B-4CA3-89FD-45AFA0F5E580}" presName="composite" presStyleCnt="0"/>
      <dgm:spPr/>
    </dgm:pt>
    <dgm:pt modelId="{2C4C086C-131A-D54A-BF99-3BB8465182DF}" type="pres">
      <dgm:prSet presAssocID="{55273554-B86B-4CA3-89FD-45AFA0F5E580}" presName="background" presStyleLbl="node0" presStyleIdx="2" presStyleCnt="3"/>
      <dgm:spPr/>
    </dgm:pt>
    <dgm:pt modelId="{431B0005-B1DB-1642-ACCA-EC8F12E181D8}" type="pres">
      <dgm:prSet presAssocID="{55273554-B86B-4CA3-89FD-45AFA0F5E580}" presName="text" presStyleLbl="fgAcc0" presStyleIdx="2" presStyleCnt="3">
        <dgm:presLayoutVars>
          <dgm:chPref val="3"/>
        </dgm:presLayoutVars>
      </dgm:prSet>
      <dgm:spPr/>
    </dgm:pt>
    <dgm:pt modelId="{2A38A0BB-727D-F643-A601-41DCE54B50F3}" type="pres">
      <dgm:prSet presAssocID="{55273554-B86B-4CA3-89FD-45AFA0F5E580}" presName="hierChild2" presStyleCnt="0"/>
      <dgm:spPr/>
    </dgm:pt>
  </dgm:ptLst>
  <dgm:cxnLst>
    <dgm:cxn modelId="{28DA1408-A0DF-BE4B-9DB1-6CDAE763A1CE}" type="presOf" srcId="{55273554-B86B-4CA3-89FD-45AFA0F5E580}" destId="{431B0005-B1DB-1642-ACCA-EC8F12E181D8}" srcOrd="0" destOrd="0" presId="urn:microsoft.com/office/officeart/2005/8/layout/hierarchy1"/>
    <dgm:cxn modelId="{76096450-6AE6-7F47-B0E0-12645A7B8B3A}" type="presOf" srcId="{F9798A93-2B5D-4072-9FF2-AAB79136583A}" destId="{4C407248-65B9-E147-A366-78596DB3F249}" srcOrd="0" destOrd="0" presId="urn:microsoft.com/office/officeart/2005/8/layout/hierarchy1"/>
    <dgm:cxn modelId="{C17FCC51-AF15-4FD1-80B5-9EBEC45C9C7B}" srcId="{F9798A93-2B5D-4072-9FF2-AAB79136583A}" destId="{2494654B-E5E7-4FA4-8909-C0B26AD72D51}" srcOrd="1" destOrd="0" parTransId="{C73E22F9-9736-49E9-8757-E5235021BEA2}" sibTransId="{02C042BD-A59E-4AB7-89A7-86F0BBE8DF08}"/>
    <dgm:cxn modelId="{2CD2E55C-3FA1-494E-90A9-FBDBCC262234}" type="presOf" srcId="{2494654B-E5E7-4FA4-8909-C0B26AD72D51}" destId="{D6AB8CDB-4AA4-E443-9C59-9682B431CE19}" srcOrd="0" destOrd="0" presId="urn:microsoft.com/office/officeart/2005/8/layout/hierarchy1"/>
    <dgm:cxn modelId="{CA3A388C-9FF6-436A-B055-511AD78D6DC4}" srcId="{F9798A93-2B5D-4072-9FF2-AAB79136583A}" destId="{2E6001F9-482F-4C25-8A12-460FA1212DC9}" srcOrd="0" destOrd="0" parTransId="{9DAEB18C-F185-4831-8C4B-861297781FC1}" sibTransId="{05EBBB8F-70CF-4744-A441-6AFF561B7666}"/>
    <dgm:cxn modelId="{378ED9BB-4A6B-4F48-BA3D-7E40B39FDC1E}" type="presOf" srcId="{2E6001F9-482F-4C25-8A12-460FA1212DC9}" destId="{1D400FAB-ADCE-BE4B-979F-580CC7E2E50C}" srcOrd="0" destOrd="0" presId="urn:microsoft.com/office/officeart/2005/8/layout/hierarchy1"/>
    <dgm:cxn modelId="{A53C49F6-4BDB-4585-97AF-3AA5C95FD48A}" srcId="{F9798A93-2B5D-4072-9FF2-AAB79136583A}" destId="{55273554-B86B-4CA3-89FD-45AFA0F5E580}" srcOrd="2" destOrd="0" parTransId="{A10D48CE-B888-4A0D-9982-4E874014F775}" sibTransId="{22DC7F60-EC79-4D1C-B80D-BB07E27F35CE}"/>
    <dgm:cxn modelId="{58B8405B-9161-2447-A5E4-4FC8D65D240B}" type="presParOf" srcId="{4C407248-65B9-E147-A366-78596DB3F249}" destId="{2251983F-1345-A94C-88C1-24EC77909053}" srcOrd="0" destOrd="0" presId="urn:microsoft.com/office/officeart/2005/8/layout/hierarchy1"/>
    <dgm:cxn modelId="{96407468-6D4C-7943-8680-A3041D291C68}" type="presParOf" srcId="{2251983F-1345-A94C-88C1-24EC77909053}" destId="{E5CCB139-8485-C447-B8C6-4686C0E86C7E}" srcOrd="0" destOrd="0" presId="urn:microsoft.com/office/officeart/2005/8/layout/hierarchy1"/>
    <dgm:cxn modelId="{9E19EF32-FE03-3940-AF44-A450608A62A5}" type="presParOf" srcId="{E5CCB139-8485-C447-B8C6-4686C0E86C7E}" destId="{AF801C80-13D2-1C41-A89F-78F9DF825D43}" srcOrd="0" destOrd="0" presId="urn:microsoft.com/office/officeart/2005/8/layout/hierarchy1"/>
    <dgm:cxn modelId="{68ADD059-2A66-F94D-9451-33939A438931}" type="presParOf" srcId="{E5CCB139-8485-C447-B8C6-4686C0E86C7E}" destId="{1D400FAB-ADCE-BE4B-979F-580CC7E2E50C}" srcOrd="1" destOrd="0" presId="urn:microsoft.com/office/officeart/2005/8/layout/hierarchy1"/>
    <dgm:cxn modelId="{1EE0AA02-28BE-7B4A-A1F8-3FAC10D9C1FC}" type="presParOf" srcId="{2251983F-1345-A94C-88C1-24EC77909053}" destId="{78708569-0255-DF46-B261-6B56AD1DC2E2}" srcOrd="1" destOrd="0" presId="urn:microsoft.com/office/officeart/2005/8/layout/hierarchy1"/>
    <dgm:cxn modelId="{E4393284-6E05-8A4D-B967-CDACB3E58FFD}" type="presParOf" srcId="{4C407248-65B9-E147-A366-78596DB3F249}" destId="{96CB4B37-B520-2E43-B8E0-50D6AE74080B}" srcOrd="1" destOrd="0" presId="urn:microsoft.com/office/officeart/2005/8/layout/hierarchy1"/>
    <dgm:cxn modelId="{846E50DE-EF02-D242-8E41-8E6D3FD977D5}" type="presParOf" srcId="{96CB4B37-B520-2E43-B8E0-50D6AE74080B}" destId="{0DF3018B-4BAA-0A43-8057-342921CFE036}" srcOrd="0" destOrd="0" presId="urn:microsoft.com/office/officeart/2005/8/layout/hierarchy1"/>
    <dgm:cxn modelId="{7E81843D-1B26-0C40-A540-54F65E6083BF}" type="presParOf" srcId="{0DF3018B-4BAA-0A43-8057-342921CFE036}" destId="{28555797-CB1D-B048-819E-1CE571D54BA9}" srcOrd="0" destOrd="0" presId="urn:microsoft.com/office/officeart/2005/8/layout/hierarchy1"/>
    <dgm:cxn modelId="{9940E309-EE7D-0948-921D-270DE27296E9}" type="presParOf" srcId="{0DF3018B-4BAA-0A43-8057-342921CFE036}" destId="{D6AB8CDB-4AA4-E443-9C59-9682B431CE19}" srcOrd="1" destOrd="0" presId="urn:microsoft.com/office/officeart/2005/8/layout/hierarchy1"/>
    <dgm:cxn modelId="{B58C6881-98A4-6B46-A15D-7843C070CE32}" type="presParOf" srcId="{96CB4B37-B520-2E43-B8E0-50D6AE74080B}" destId="{3CA3783A-D222-4043-A6AC-D49836587E63}" srcOrd="1" destOrd="0" presId="urn:microsoft.com/office/officeart/2005/8/layout/hierarchy1"/>
    <dgm:cxn modelId="{DC48CCBE-621E-6B4A-A3CD-D7449ADF99B3}" type="presParOf" srcId="{4C407248-65B9-E147-A366-78596DB3F249}" destId="{C3E7BF68-D9F3-8440-B366-6101E67A4D53}" srcOrd="2" destOrd="0" presId="urn:microsoft.com/office/officeart/2005/8/layout/hierarchy1"/>
    <dgm:cxn modelId="{F262BCC9-EFB1-0A42-90AC-4A0A39702CA4}" type="presParOf" srcId="{C3E7BF68-D9F3-8440-B366-6101E67A4D53}" destId="{D30D51CA-B32B-5945-926A-AC8221F7DF8F}" srcOrd="0" destOrd="0" presId="urn:microsoft.com/office/officeart/2005/8/layout/hierarchy1"/>
    <dgm:cxn modelId="{D4B7F807-9980-0748-9658-2340EA82FDB7}" type="presParOf" srcId="{D30D51CA-B32B-5945-926A-AC8221F7DF8F}" destId="{2C4C086C-131A-D54A-BF99-3BB8465182DF}" srcOrd="0" destOrd="0" presId="urn:microsoft.com/office/officeart/2005/8/layout/hierarchy1"/>
    <dgm:cxn modelId="{1E833390-0E9D-554B-BDDA-0ED73893AA6C}" type="presParOf" srcId="{D30D51CA-B32B-5945-926A-AC8221F7DF8F}" destId="{431B0005-B1DB-1642-ACCA-EC8F12E181D8}" srcOrd="1" destOrd="0" presId="urn:microsoft.com/office/officeart/2005/8/layout/hierarchy1"/>
    <dgm:cxn modelId="{93366D70-1E3A-0A46-8409-D0A2D1E0B19C}" type="presParOf" srcId="{C3E7BF68-D9F3-8440-B366-6101E67A4D53}" destId="{2A38A0BB-727D-F643-A601-41DCE54B50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814273-49AA-48A5-9180-A1936228B1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0403CE-225D-4E1B-8906-32DDA7C1BF09}">
      <dgm:prSet/>
      <dgm:spPr/>
      <dgm:t>
        <a:bodyPr/>
        <a:lstStyle/>
        <a:p>
          <a:r>
            <a:rPr lang="en-US"/>
            <a:t>• Deploy Random Forest in production</a:t>
          </a:r>
        </a:p>
      </dgm:t>
    </dgm:pt>
    <dgm:pt modelId="{EF97DD56-B7BD-4E3C-BE3B-1C63FE7B19C1}" type="parTrans" cxnId="{8CD9BE8C-C19D-4374-984D-78BE2708F36C}">
      <dgm:prSet/>
      <dgm:spPr/>
      <dgm:t>
        <a:bodyPr/>
        <a:lstStyle/>
        <a:p>
          <a:endParaRPr lang="en-US"/>
        </a:p>
      </dgm:t>
    </dgm:pt>
    <dgm:pt modelId="{688DBF6C-9858-42A3-83BC-C63AAC33972F}" type="sibTrans" cxnId="{8CD9BE8C-C19D-4374-984D-78BE2708F36C}">
      <dgm:prSet/>
      <dgm:spPr/>
      <dgm:t>
        <a:bodyPr/>
        <a:lstStyle/>
        <a:p>
          <a:endParaRPr lang="en-US"/>
        </a:p>
      </dgm:t>
    </dgm:pt>
    <dgm:pt modelId="{7CEAC9FE-EFEF-4E53-9671-7B49A1E84686}">
      <dgm:prSet/>
      <dgm:spPr/>
      <dgm:t>
        <a:bodyPr/>
        <a:lstStyle/>
        <a:p>
          <a:r>
            <a:rPr lang="en-US"/>
            <a:t>• Use time-based risk scoring</a:t>
          </a:r>
        </a:p>
      </dgm:t>
    </dgm:pt>
    <dgm:pt modelId="{EB0459C2-3D85-4B7F-828D-633DEF1E484C}" type="parTrans" cxnId="{17480E68-1CCD-4E4C-AE06-79873AB29149}">
      <dgm:prSet/>
      <dgm:spPr/>
      <dgm:t>
        <a:bodyPr/>
        <a:lstStyle/>
        <a:p>
          <a:endParaRPr lang="en-US"/>
        </a:p>
      </dgm:t>
    </dgm:pt>
    <dgm:pt modelId="{82D4454F-4AB7-49DD-9B8A-16B852981C1D}" type="sibTrans" cxnId="{17480E68-1CCD-4E4C-AE06-79873AB29149}">
      <dgm:prSet/>
      <dgm:spPr/>
      <dgm:t>
        <a:bodyPr/>
        <a:lstStyle/>
        <a:p>
          <a:endParaRPr lang="en-US"/>
        </a:p>
      </dgm:t>
    </dgm:pt>
    <dgm:pt modelId="{E640D803-0BDC-4217-964E-53854B695CEB}">
      <dgm:prSet/>
      <dgm:spPr/>
      <dgm:t>
        <a:bodyPr/>
        <a:lstStyle/>
        <a:p>
          <a:r>
            <a:rPr lang="en-US"/>
            <a:t>• Apply dynamic authentication</a:t>
          </a:r>
        </a:p>
      </dgm:t>
    </dgm:pt>
    <dgm:pt modelId="{2AAFC2A2-61E3-4246-A775-BEB5762F6320}" type="parTrans" cxnId="{E91124B3-2B55-4FF5-BA9E-176A39F3DBAB}">
      <dgm:prSet/>
      <dgm:spPr/>
      <dgm:t>
        <a:bodyPr/>
        <a:lstStyle/>
        <a:p>
          <a:endParaRPr lang="en-US"/>
        </a:p>
      </dgm:t>
    </dgm:pt>
    <dgm:pt modelId="{684AE877-5E69-425E-AFC1-DF66E3E2EACD}" type="sibTrans" cxnId="{E91124B3-2B55-4FF5-BA9E-176A39F3DBAB}">
      <dgm:prSet/>
      <dgm:spPr/>
      <dgm:t>
        <a:bodyPr/>
        <a:lstStyle/>
        <a:p>
          <a:endParaRPr lang="en-US"/>
        </a:p>
      </dgm:t>
    </dgm:pt>
    <dgm:pt modelId="{DAD38703-D0FA-43CA-A9EF-B71C0099A8EF}">
      <dgm:prSet/>
      <dgm:spPr/>
      <dgm:t>
        <a:bodyPr/>
        <a:lstStyle/>
        <a:p>
          <a:r>
            <a:rPr lang="en-US"/>
            <a:t>• Combine ML + rule-based system</a:t>
          </a:r>
        </a:p>
      </dgm:t>
    </dgm:pt>
    <dgm:pt modelId="{15A60681-B7A3-4F64-9510-BB7EE4667439}" type="parTrans" cxnId="{318D4DB8-090E-404C-93E3-B82D34835261}">
      <dgm:prSet/>
      <dgm:spPr/>
      <dgm:t>
        <a:bodyPr/>
        <a:lstStyle/>
        <a:p>
          <a:endParaRPr lang="en-US"/>
        </a:p>
      </dgm:t>
    </dgm:pt>
    <dgm:pt modelId="{DF9FAC29-E435-49D7-AD5E-57BFED4D9888}" type="sibTrans" cxnId="{318D4DB8-090E-404C-93E3-B82D34835261}">
      <dgm:prSet/>
      <dgm:spPr/>
      <dgm:t>
        <a:bodyPr/>
        <a:lstStyle/>
        <a:p>
          <a:endParaRPr lang="en-US"/>
        </a:p>
      </dgm:t>
    </dgm:pt>
    <dgm:pt modelId="{ED840C8A-B36F-4B73-B361-0433B6498EE5}" type="pres">
      <dgm:prSet presAssocID="{A6814273-49AA-48A5-9180-A1936228B16F}" presName="root" presStyleCnt="0">
        <dgm:presLayoutVars>
          <dgm:dir/>
          <dgm:resizeHandles val="exact"/>
        </dgm:presLayoutVars>
      </dgm:prSet>
      <dgm:spPr/>
    </dgm:pt>
    <dgm:pt modelId="{CF80935E-C214-469C-9F10-2D3B7B84448C}" type="pres">
      <dgm:prSet presAssocID="{EB0403CE-225D-4E1B-8906-32DDA7C1BF09}" presName="compNode" presStyleCnt="0"/>
      <dgm:spPr/>
    </dgm:pt>
    <dgm:pt modelId="{2F400C85-7884-4326-B258-6811254A70AC}" type="pres">
      <dgm:prSet presAssocID="{EB0403CE-225D-4E1B-8906-32DDA7C1BF09}" presName="bgRect" presStyleLbl="bgShp" presStyleIdx="0" presStyleCnt="4"/>
      <dgm:spPr/>
    </dgm:pt>
    <dgm:pt modelId="{8CF84028-C883-4896-9245-662DD70F3E48}" type="pres">
      <dgm:prSet presAssocID="{EB0403CE-225D-4E1B-8906-32DDA7C1BF0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03F10D6E-EF8E-47F6-9468-5EB845C8FB97}" type="pres">
      <dgm:prSet presAssocID="{EB0403CE-225D-4E1B-8906-32DDA7C1BF09}" presName="spaceRect" presStyleCnt="0"/>
      <dgm:spPr/>
    </dgm:pt>
    <dgm:pt modelId="{0B159CB2-54A4-4A7F-A683-B6480D41FE21}" type="pres">
      <dgm:prSet presAssocID="{EB0403CE-225D-4E1B-8906-32DDA7C1BF09}" presName="parTx" presStyleLbl="revTx" presStyleIdx="0" presStyleCnt="4">
        <dgm:presLayoutVars>
          <dgm:chMax val="0"/>
          <dgm:chPref val="0"/>
        </dgm:presLayoutVars>
      </dgm:prSet>
      <dgm:spPr/>
    </dgm:pt>
    <dgm:pt modelId="{995F49E2-E1A2-46E9-81D4-2978B925D1BD}" type="pres">
      <dgm:prSet presAssocID="{688DBF6C-9858-42A3-83BC-C63AAC33972F}" presName="sibTrans" presStyleCnt="0"/>
      <dgm:spPr/>
    </dgm:pt>
    <dgm:pt modelId="{7490CC90-4F05-4185-94A1-A9C01ACF558F}" type="pres">
      <dgm:prSet presAssocID="{7CEAC9FE-EFEF-4E53-9671-7B49A1E84686}" presName="compNode" presStyleCnt="0"/>
      <dgm:spPr/>
    </dgm:pt>
    <dgm:pt modelId="{82D232DD-F293-4519-9D64-237351C75FA7}" type="pres">
      <dgm:prSet presAssocID="{7CEAC9FE-EFEF-4E53-9671-7B49A1E84686}" presName="bgRect" presStyleLbl="bgShp" presStyleIdx="1" presStyleCnt="4"/>
      <dgm:spPr/>
    </dgm:pt>
    <dgm:pt modelId="{1EF43057-7E63-4B96-A132-20EEDCD34DEA}" type="pres">
      <dgm:prSet presAssocID="{7CEAC9FE-EFEF-4E53-9671-7B49A1E8468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B24BF9B-2EAE-4F02-B51C-2AAF0BAE41EB}" type="pres">
      <dgm:prSet presAssocID="{7CEAC9FE-EFEF-4E53-9671-7B49A1E84686}" presName="spaceRect" presStyleCnt="0"/>
      <dgm:spPr/>
    </dgm:pt>
    <dgm:pt modelId="{5C2369DD-9102-4737-8A2A-A6F833665568}" type="pres">
      <dgm:prSet presAssocID="{7CEAC9FE-EFEF-4E53-9671-7B49A1E84686}" presName="parTx" presStyleLbl="revTx" presStyleIdx="1" presStyleCnt="4">
        <dgm:presLayoutVars>
          <dgm:chMax val="0"/>
          <dgm:chPref val="0"/>
        </dgm:presLayoutVars>
      </dgm:prSet>
      <dgm:spPr/>
    </dgm:pt>
    <dgm:pt modelId="{8F5CFDED-A4FD-48ED-9C90-3EAD78682E5A}" type="pres">
      <dgm:prSet presAssocID="{82D4454F-4AB7-49DD-9B8A-16B852981C1D}" presName="sibTrans" presStyleCnt="0"/>
      <dgm:spPr/>
    </dgm:pt>
    <dgm:pt modelId="{8CF44F6C-2161-4CA8-BA97-0637AD65435D}" type="pres">
      <dgm:prSet presAssocID="{E640D803-0BDC-4217-964E-53854B695CEB}" presName="compNode" presStyleCnt="0"/>
      <dgm:spPr/>
    </dgm:pt>
    <dgm:pt modelId="{E605F796-848B-4AF1-99F4-B5FD5039757B}" type="pres">
      <dgm:prSet presAssocID="{E640D803-0BDC-4217-964E-53854B695CEB}" presName="bgRect" presStyleLbl="bgShp" presStyleIdx="2" presStyleCnt="4"/>
      <dgm:spPr/>
    </dgm:pt>
    <dgm:pt modelId="{8C38F11E-EE56-4DC3-99AD-E150502EB53A}" type="pres">
      <dgm:prSet presAssocID="{E640D803-0BDC-4217-964E-53854B695CE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CFB923C-80DD-4C4C-B334-FFE8E368EC4E}" type="pres">
      <dgm:prSet presAssocID="{E640D803-0BDC-4217-964E-53854B695CEB}" presName="spaceRect" presStyleCnt="0"/>
      <dgm:spPr/>
    </dgm:pt>
    <dgm:pt modelId="{98DB9D23-2FC2-44C5-BA0D-BA3AB44CFF96}" type="pres">
      <dgm:prSet presAssocID="{E640D803-0BDC-4217-964E-53854B695CEB}" presName="parTx" presStyleLbl="revTx" presStyleIdx="2" presStyleCnt="4">
        <dgm:presLayoutVars>
          <dgm:chMax val="0"/>
          <dgm:chPref val="0"/>
        </dgm:presLayoutVars>
      </dgm:prSet>
      <dgm:spPr/>
    </dgm:pt>
    <dgm:pt modelId="{971FBB17-9B6F-4173-B7C9-863280DF395A}" type="pres">
      <dgm:prSet presAssocID="{684AE877-5E69-425E-AFC1-DF66E3E2EACD}" presName="sibTrans" presStyleCnt="0"/>
      <dgm:spPr/>
    </dgm:pt>
    <dgm:pt modelId="{BB10A22C-F580-4629-B49E-091A4436C83F}" type="pres">
      <dgm:prSet presAssocID="{DAD38703-D0FA-43CA-A9EF-B71C0099A8EF}" presName="compNode" presStyleCnt="0"/>
      <dgm:spPr/>
    </dgm:pt>
    <dgm:pt modelId="{DB3177CE-5BA7-4471-8478-8DD55CF47176}" type="pres">
      <dgm:prSet presAssocID="{DAD38703-D0FA-43CA-A9EF-B71C0099A8EF}" presName="bgRect" presStyleLbl="bgShp" presStyleIdx="3" presStyleCnt="4"/>
      <dgm:spPr/>
    </dgm:pt>
    <dgm:pt modelId="{CD4F100A-3587-423C-9C66-64A8EE02F43E}" type="pres">
      <dgm:prSet presAssocID="{DAD38703-D0FA-43CA-A9EF-B71C0099A8E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A9A83C6-50F2-44AE-B90C-BEC2D3F47D4C}" type="pres">
      <dgm:prSet presAssocID="{DAD38703-D0FA-43CA-A9EF-B71C0099A8EF}" presName="spaceRect" presStyleCnt="0"/>
      <dgm:spPr/>
    </dgm:pt>
    <dgm:pt modelId="{B96E2BFB-E6FB-43A5-911A-1663DB3A1E0B}" type="pres">
      <dgm:prSet presAssocID="{DAD38703-D0FA-43CA-A9EF-B71C0099A8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44A7550-2C86-411D-A8DC-6B416BD6CCB1}" type="presOf" srcId="{DAD38703-D0FA-43CA-A9EF-B71C0099A8EF}" destId="{B96E2BFB-E6FB-43A5-911A-1663DB3A1E0B}" srcOrd="0" destOrd="0" presId="urn:microsoft.com/office/officeart/2018/2/layout/IconVerticalSolidList"/>
    <dgm:cxn modelId="{80876F53-F597-4E66-B5FD-1E34CE2B7495}" type="presOf" srcId="{EB0403CE-225D-4E1B-8906-32DDA7C1BF09}" destId="{0B159CB2-54A4-4A7F-A683-B6480D41FE21}" srcOrd="0" destOrd="0" presId="urn:microsoft.com/office/officeart/2018/2/layout/IconVerticalSolidList"/>
    <dgm:cxn modelId="{F1E58C56-028E-4D70-A1B8-3526DCC5BA66}" type="presOf" srcId="{E640D803-0BDC-4217-964E-53854B695CEB}" destId="{98DB9D23-2FC2-44C5-BA0D-BA3AB44CFF96}" srcOrd="0" destOrd="0" presId="urn:microsoft.com/office/officeart/2018/2/layout/IconVerticalSolidList"/>
    <dgm:cxn modelId="{93278B61-C72D-4F16-AD1A-645497C542E8}" type="presOf" srcId="{7CEAC9FE-EFEF-4E53-9671-7B49A1E84686}" destId="{5C2369DD-9102-4737-8A2A-A6F833665568}" srcOrd="0" destOrd="0" presId="urn:microsoft.com/office/officeart/2018/2/layout/IconVerticalSolidList"/>
    <dgm:cxn modelId="{17480E68-1CCD-4E4C-AE06-79873AB29149}" srcId="{A6814273-49AA-48A5-9180-A1936228B16F}" destId="{7CEAC9FE-EFEF-4E53-9671-7B49A1E84686}" srcOrd="1" destOrd="0" parTransId="{EB0459C2-3D85-4B7F-828D-633DEF1E484C}" sibTransId="{82D4454F-4AB7-49DD-9B8A-16B852981C1D}"/>
    <dgm:cxn modelId="{8CD9BE8C-C19D-4374-984D-78BE2708F36C}" srcId="{A6814273-49AA-48A5-9180-A1936228B16F}" destId="{EB0403CE-225D-4E1B-8906-32DDA7C1BF09}" srcOrd="0" destOrd="0" parTransId="{EF97DD56-B7BD-4E3C-BE3B-1C63FE7B19C1}" sibTransId="{688DBF6C-9858-42A3-83BC-C63AAC33972F}"/>
    <dgm:cxn modelId="{215A5CA9-90E3-4A97-9137-6FBFBF941FCC}" type="presOf" srcId="{A6814273-49AA-48A5-9180-A1936228B16F}" destId="{ED840C8A-B36F-4B73-B361-0433B6498EE5}" srcOrd="0" destOrd="0" presId="urn:microsoft.com/office/officeart/2018/2/layout/IconVerticalSolidList"/>
    <dgm:cxn modelId="{E91124B3-2B55-4FF5-BA9E-176A39F3DBAB}" srcId="{A6814273-49AA-48A5-9180-A1936228B16F}" destId="{E640D803-0BDC-4217-964E-53854B695CEB}" srcOrd="2" destOrd="0" parTransId="{2AAFC2A2-61E3-4246-A775-BEB5762F6320}" sibTransId="{684AE877-5E69-425E-AFC1-DF66E3E2EACD}"/>
    <dgm:cxn modelId="{318D4DB8-090E-404C-93E3-B82D34835261}" srcId="{A6814273-49AA-48A5-9180-A1936228B16F}" destId="{DAD38703-D0FA-43CA-A9EF-B71C0099A8EF}" srcOrd="3" destOrd="0" parTransId="{15A60681-B7A3-4F64-9510-BB7EE4667439}" sibTransId="{DF9FAC29-E435-49D7-AD5E-57BFED4D9888}"/>
    <dgm:cxn modelId="{3820E5C1-5418-4E0D-AEB9-AA2E86B9AB13}" type="presParOf" srcId="{ED840C8A-B36F-4B73-B361-0433B6498EE5}" destId="{CF80935E-C214-469C-9F10-2D3B7B84448C}" srcOrd="0" destOrd="0" presId="urn:microsoft.com/office/officeart/2018/2/layout/IconVerticalSolidList"/>
    <dgm:cxn modelId="{F029AD88-03F3-432B-8E25-63328ECB8AE6}" type="presParOf" srcId="{CF80935E-C214-469C-9F10-2D3B7B84448C}" destId="{2F400C85-7884-4326-B258-6811254A70AC}" srcOrd="0" destOrd="0" presId="urn:microsoft.com/office/officeart/2018/2/layout/IconVerticalSolidList"/>
    <dgm:cxn modelId="{5B4DFE8E-C8E3-4F00-B21E-D4009AE590B3}" type="presParOf" srcId="{CF80935E-C214-469C-9F10-2D3B7B84448C}" destId="{8CF84028-C883-4896-9245-662DD70F3E48}" srcOrd="1" destOrd="0" presId="urn:microsoft.com/office/officeart/2018/2/layout/IconVerticalSolidList"/>
    <dgm:cxn modelId="{B217FD9C-1565-43C4-9774-71F4AC01FC64}" type="presParOf" srcId="{CF80935E-C214-469C-9F10-2D3B7B84448C}" destId="{03F10D6E-EF8E-47F6-9468-5EB845C8FB97}" srcOrd="2" destOrd="0" presId="urn:microsoft.com/office/officeart/2018/2/layout/IconVerticalSolidList"/>
    <dgm:cxn modelId="{2FC18F0E-AE6B-438B-BDC1-B917F5ECF314}" type="presParOf" srcId="{CF80935E-C214-469C-9F10-2D3B7B84448C}" destId="{0B159CB2-54A4-4A7F-A683-B6480D41FE21}" srcOrd="3" destOrd="0" presId="urn:microsoft.com/office/officeart/2018/2/layout/IconVerticalSolidList"/>
    <dgm:cxn modelId="{EF010BDA-F9BD-4305-9912-4A8AA5641831}" type="presParOf" srcId="{ED840C8A-B36F-4B73-B361-0433B6498EE5}" destId="{995F49E2-E1A2-46E9-81D4-2978B925D1BD}" srcOrd="1" destOrd="0" presId="urn:microsoft.com/office/officeart/2018/2/layout/IconVerticalSolidList"/>
    <dgm:cxn modelId="{78B5A8B7-2945-4EE1-8D60-8433237B3010}" type="presParOf" srcId="{ED840C8A-B36F-4B73-B361-0433B6498EE5}" destId="{7490CC90-4F05-4185-94A1-A9C01ACF558F}" srcOrd="2" destOrd="0" presId="urn:microsoft.com/office/officeart/2018/2/layout/IconVerticalSolidList"/>
    <dgm:cxn modelId="{7F59EAF2-3FDF-4756-9F3D-5D867F94F7B7}" type="presParOf" srcId="{7490CC90-4F05-4185-94A1-A9C01ACF558F}" destId="{82D232DD-F293-4519-9D64-237351C75FA7}" srcOrd="0" destOrd="0" presId="urn:microsoft.com/office/officeart/2018/2/layout/IconVerticalSolidList"/>
    <dgm:cxn modelId="{2B16D90E-A800-4CF3-9E1E-64655643FB13}" type="presParOf" srcId="{7490CC90-4F05-4185-94A1-A9C01ACF558F}" destId="{1EF43057-7E63-4B96-A132-20EEDCD34DEA}" srcOrd="1" destOrd="0" presId="urn:microsoft.com/office/officeart/2018/2/layout/IconVerticalSolidList"/>
    <dgm:cxn modelId="{7E7CDA9F-41A0-438D-B0E6-4AEA91147B60}" type="presParOf" srcId="{7490CC90-4F05-4185-94A1-A9C01ACF558F}" destId="{8B24BF9B-2EAE-4F02-B51C-2AAF0BAE41EB}" srcOrd="2" destOrd="0" presId="urn:microsoft.com/office/officeart/2018/2/layout/IconVerticalSolidList"/>
    <dgm:cxn modelId="{26C248C6-A5EE-4C9A-A408-B56114BD5835}" type="presParOf" srcId="{7490CC90-4F05-4185-94A1-A9C01ACF558F}" destId="{5C2369DD-9102-4737-8A2A-A6F833665568}" srcOrd="3" destOrd="0" presId="urn:microsoft.com/office/officeart/2018/2/layout/IconVerticalSolidList"/>
    <dgm:cxn modelId="{22E1A23E-CC6B-4545-88EB-5C505660D63F}" type="presParOf" srcId="{ED840C8A-B36F-4B73-B361-0433B6498EE5}" destId="{8F5CFDED-A4FD-48ED-9C90-3EAD78682E5A}" srcOrd="3" destOrd="0" presId="urn:microsoft.com/office/officeart/2018/2/layout/IconVerticalSolidList"/>
    <dgm:cxn modelId="{56B70370-0FAC-44A8-861D-04C65816AC8A}" type="presParOf" srcId="{ED840C8A-B36F-4B73-B361-0433B6498EE5}" destId="{8CF44F6C-2161-4CA8-BA97-0637AD65435D}" srcOrd="4" destOrd="0" presId="urn:microsoft.com/office/officeart/2018/2/layout/IconVerticalSolidList"/>
    <dgm:cxn modelId="{AECD119E-F667-4E9D-97E7-348F43E628E2}" type="presParOf" srcId="{8CF44F6C-2161-4CA8-BA97-0637AD65435D}" destId="{E605F796-848B-4AF1-99F4-B5FD5039757B}" srcOrd="0" destOrd="0" presId="urn:microsoft.com/office/officeart/2018/2/layout/IconVerticalSolidList"/>
    <dgm:cxn modelId="{E96F8250-7055-40E2-82C4-B3D6E79BB41A}" type="presParOf" srcId="{8CF44F6C-2161-4CA8-BA97-0637AD65435D}" destId="{8C38F11E-EE56-4DC3-99AD-E150502EB53A}" srcOrd="1" destOrd="0" presId="urn:microsoft.com/office/officeart/2018/2/layout/IconVerticalSolidList"/>
    <dgm:cxn modelId="{06E56899-239A-4D4F-A993-32E1A5E84AAB}" type="presParOf" srcId="{8CF44F6C-2161-4CA8-BA97-0637AD65435D}" destId="{0CFB923C-80DD-4C4C-B334-FFE8E368EC4E}" srcOrd="2" destOrd="0" presId="urn:microsoft.com/office/officeart/2018/2/layout/IconVerticalSolidList"/>
    <dgm:cxn modelId="{E389CFD4-4744-4447-B4A1-4478A2596BCE}" type="presParOf" srcId="{8CF44F6C-2161-4CA8-BA97-0637AD65435D}" destId="{98DB9D23-2FC2-44C5-BA0D-BA3AB44CFF96}" srcOrd="3" destOrd="0" presId="urn:microsoft.com/office/officeart/2018/2/layout/IconVerticalSolidList"/>
    <dgm:cxn modelId="{CF6DF375-08A8-4B68-9D88-889378D67E5F}" type="presParOf" srcId="{ED840C8A-B36F-4B73-B361-0433B6498EE5}" destId="{971FBB17-9B6F-4173-B7C9-863280DF395A}" srcOrd="5" destOrd="0" presId="urn:microsoft.com/office/officeart/2018/2/layout/IconVerticalSolidList"/>
    <dgm:cxn modelId="{1C365D26-3BCF-4A70-A49C-4983FC46B6A9}" type="presParOf" srcId="{ED840C8A-B36F-4B73-B361-0433B6498EE5}" destId="{BB10A22C-F580-4629-B49E-091A4436C83F}" srcOrd="6" destOrd="0" presId="urn:microsoft.com/office/officeart/2018/2/layout/IconVerticalSolidList"/>
    <dgm:cxn modelId="{00591A95-4667-4F20-828E-92D267F03AD0}" type="presParOf" srcId="{BB10A22C-F580-4629-B49E-091A4436C83F}" destId="{DB3177CE-5BA7-4471-8478-8DD55CF47176}" srcOrd="0" destOrd="0" presId="urn:microsoft.com/office/officeart/2018/2/layout/IconVerticalSolidList"/>
    <dgm:cxn modelId="{69E1A083-1620-469D-986D-E8C6FAAB21B4}" type="presParOf" srcId="{BB10A22C-F580-4629-B49E-091A4436C83F}" destId="{CD4F100A-3587-423C-9C66-64A8EE02F43E}" srcOrd="1" destOrd="0" presId="urn:microsoft.com/office/officeart/2018/2/layout/IconVerticalSolidList"/>
    <dgm:cxn modelId="{9D060254-27E2-4D69-B04F-E3C15A7EBA13}" type="presParOf" srcId="{BB10A22C-F580-4629-B49E-091A4436C83F}" destId="{8A9A83C6-50F2-44AE-B90C-BEC2D3F47D4C}" srcOrd="2" destOrd="0" presId="urn:microsoft.com/office/officeart/2018/2/layout/IconVerticalSolidList"/>
    <dgm:cxn modelId="{BA66C30E-B327-4CC6-AB6E-785C371F425C}" type="presParOf" srcId="{BB10A22C-F580-4629-B49E-091A4436C83F}" destId="{B96E2BFB-E6FB-43A5-911A-1663DB3A1E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DD022-8A0D-4617-9259-D4772B06703B}">
      <dsp:nvSpPr>
        <dsp:cNvPr id="0" name=""/>
        <dsp:cNvSpPr/>
      </dsp:nvSpPr>
      <dsp:spPr>
        <a:xfrm>
          <a:off x="863405" y="512559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B4177-A692-4A83-9575-2ED1043A383F}">
      <dsp:nvSpPr>
        <dsp:cNvPr id="0" name=""/>
        <dsp:cNvSpPr/>
      </dsp:nvSpPr>
      <dsp:spPr>
        <a:xfrm>
          <a:off x="43562" y="221805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Predictive: Detect fraud with ML models</a:t>
          </a:r>
        </a:p>
      </dsp:txBody>
      <dsp:txXfrm>
        <a:off x="43562" y="2218053"/>
        <a:ext cx="2981250" cy="720000"/>
      </dsp:txXfrm>
    </dsp:sp>
    <dsp:sp modelId="{76E41102-7715-47C5-8FBA-21D942002FC1}">
      <dsp:nvSpPr>
        <dsp:cNvPr id="0" name=""/>
        <dsp:cNvSpPr/>
      </dsp:nvSpPr>
      <dsp:spPr>
        <a:xfrm>
          <a:off x="4366374" y="512559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2FC00-FB68-41EB-91CB-C97976B1C2DA}">
      <dsp:nvSpPr>
        <dsp:cNvPr id="0" name=""/>
        <dsp:cNvSpPr/>
      </dsp:nvSpPr>
      <dsp:spPr>
        <a:xfrm>
          <a:off x="3546530" y="221805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Descriptive: Identify fraud patterns in time and amount</a:t>
          </a:r>
        </a:p>
      </dsp:txBody>
      <dsp:txXfrm>
        <a:off x="3546530" y="2218053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4913AB-5A7B-4925-940A-66D49BA3770B}">
      <dsp:nvSpPr>
        <dsp:cNvPr id="0" name=""/>
        <dsp:cNvSpPr/>
      </dsp:nvSpPr>
      <dsp:spPr>
        <a:xfrm>
          <a:off x="150787" y="631438"/>
          <a:ext cx="913700" cy="9137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43BA7-FE6F-4821-9C76-1746C7E8C290}">
      <dsp:nvSpPr>
        <dsp:cNvPr id="0" name=""/>
        <dsp:cNvSpPr/>
      </dsp:nvSpPr>
      <dsp:spPr>
        <a:xfrm>
          <a:off x="342664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3DDC6-C99F-480A-A0FB-3E8D214EF6E9}">
      <dsp:nvSpPr>
        <dsp:cNvPr id="0" name=""/>
        <dsp:cNvSpPr/>
      </dsp:nvSpPr>
      <dsp:spPr>
        <a:xfrm>
          <a:off x="1260281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SMOTE applied for balancing</a:t>
          </a:r>
        </a:p>
      </dsp:txBody>
      <dsp:txXfrm>
        <a:off x="1260281" y="631438"/>
        <a:ext cx="2153723" cy="913700"/>
      </dsp:txXfrm>
    </dsp:sp>
    <dsp:sp modelId="{B6DFD78B-3AB8-41EF-A907-476EC3CE1CEC}">
      <dsp:nvSpPr>
        <dsp:cNvPr id="0" name=""/>
        <dsp:cNvSpPr/>
      </dsp:nvSpPr>
      <dsp:spPr>
        <a:xfrm>
          <a:off x="3789275" y="631438"/>
          <a:ext cx="913700" cy="9137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719F6-C410-44D0-A34F-791A0A312646}">
      <dsp:nvSpPr>
        <dsp:cNvPr id="0" name=""/>
        <dsp:cNvSpPr/>
      </dsp:nvSpPr>
      <dsp:spPr>
        <a:xfrm>
          <a:off x="3981152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5A378-8FBE-4292-8EA4-76150FB1E588}">
      <dsp:nvSpPr>
        <dsp:cNvPr id="0" name=""/>
        <dsp:cNvSpPr/>
      </dsp:nvSpPr>
      <dsp:spPr>
        <a:xfrm>
          <a:off x="4898769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492 fraud vs 2508 genuine (before)</a:t>
          </a:r>
        </a:p>
      </dsp:txBody>
      <dsp:txXfrm>
        <a:off x="4898769" y="631438"/>
        <a:ext cx="2153723" cy="913700"/>
      </dsp:txXfrm>
    </dsp:sp>
    <dsp:sp modelId="{9E951D27-4663-4374-B3EB-4B9CDFDA33F1}">
      <dsp:nvSpPr>
        <dsp:cNvPr id="0" name=""/>
        <dsp:cNvSpPr/>
      </dsp:nvSpPr>
      <dsp:spPr>
        <a:xfrm>
          <a:off x="150787" y="2178087"/>
          <a:ext cx="913700" cy="913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4AE079-1F44-4141-BB0D-DF364ED5D4AC}">
      <dsp:nvSpPr>
        <dsp:cNvPr id="0" name=""/>
        <dsp:cNvSpPr/>
      </dsp:nvSpPr>
      <dsp:spPr>
        <a:xfrm>
          <a:off x="342664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37A90-B472-4F50-82EB-8CA9DC62BD43}">
      <dsp:nvSpPr>
        <dsp:cNvPr id="0" name=""/>
        <dsp:cNvSpPr/>
      </dsp:nvSpPr>
      <dsp:spPr>
        <a:xfrm>
          <a:off x="1260281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Balanced dataset created</a:t>
          </a:r>
        </a:p>
      </dsp:txBody>
      <dsp:txXfrm>
        <a:off x="1260281" y="2178087"/>
        <a:ext cx="2153723" cy="913700"/>
      </dsp:txXfrm>
    </dsp:sp>
    <dsp:sp modelId="{78FCC29C-67E5-4526-8621-FC45D870627E}">
      <dsp:nvSpPr>
        <dsp:cNvPr id="0" name=""/>
        <dsp:cNvSpPr/>
      </dsp:nvSpPr>
      <dsp:spPr>
        <a:xfrm>
          <a:off x="3789275" y="2178087"/>
          <a:ext cx="913700" cy="913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B5480-691B-4CC5-813A-3E9CDE2C6CD1}">
      <dsp:nvSpPr>
        <dsp:cNvPr id="0" name=""/>
        <dsp:cNvSpPr/>
      </dsp:nvSpPr>
      <dsp:spPr>
        <a:xfrm>
          <a:off x="3981152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F6FBA-28E5-4ADD-B2BF-F8F7BA8C5EF8}">
      <dsp:nvSpPr>
        <dsp:cNvPr id="0" name=""/>
        <dsp:cNvSpPr/>
      </dsp:nvSpPr>
      <dsp:spPr>
        <a:xfrm>
          <a:off x="4898769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Amount grouped into Low/Medium/High</a:t>
          </a:r>
        </a:p>
      </dsp:txBody>
      <dsp:txXfrm>
        <a:off x="4898769" y="2178087"/>
        <a:ext cx="2153723" cy="9137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19D50-9082-4255-9E12-5F8EAD1F236F}">
      <dsp:nvSpPr>
        <dsp:cNvPr id="0" name=""/>
        <dsp:cNvSpPr/>
      </dsp:nvSpPr>
      <dsp:spPr>
        <a:xfrm>
          <a:off x="890566" y="308258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77C71-F480-48DE-9117-98631D99539E}">
      <dsp:nvSpPr>
        <dsp:cNvPr id="0" name=""/>
        <dsp:cNvSpPr/>
      </dsp:nvSpPr>
      <dsp:spPr>
        <a:xfrm>
          <a:off x="515449" y="1145480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Pie chart: class distribution</a:t>
          </a:r>
        </a:p>
      </dsp:txBody>
      <dsp:txXfrm>
        <a:off x="515449" y="1145480"/>
        <a:ext cx="1364062" cy="545625"/>
      </dsp:txXfrm>
    </dsp:sp>
    <dsp:sp modelId="{CB2A1488-FDC5-4C0F-8966-C6D112F2E493}">
      <dsp:nvSpPr>
        <dsp:cNvPr id="0" name=""/>
        <dsp:cNvSpPr/>
      </dsp:nvSpPr>
      <dsp:spPr>
        <a:xfrm>
          <a:off x="2493339" y="308258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F9306-4760-4615-BB87-B5721B0E7327}">
      <dsp:nvSpPr>
        <dsp:cNvPr id="0" name=""/>
        <dsp:cNvSpPr/>
      </dsp:nvSpPr>
      <dsp:spPr>
        <a:xfrm>
          <a:off x="2118222" y="1145480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Bar chart: amount vs fraud</a:t>
          </a:r>
        </a:p>
      </dsp:txBody>
      <dsp:txXfrm>
        <a:off x="2118222" y="1145480"/>
        <a:ext cx="1364062" cy="545625"/>
      </dsp:txXfrm>
    </dsp:sp>
    <dsp:sp modelId="{830107F0-29BC-4FDE-B3D7-DBE477908C24}">
      <dsp:nvSpPr>
        <dsp:cNvPr id="0" name=""/>
        <dsp:cNvSpPr/>
      </dsp:nvSpPr>
      <dsp:spPr>
        <a:xfrm>
          <a:off x="4096113" y="308258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AF3D0-0184-4921-8420-88512E24CA67}">
      <dsp:nvSpPr>
        <dsp:cNvPr id="0" name=""/>
        <dsp:cNvSpPr/>
      </dsp:nvSpPr>
      <dsp:spPr>
        <a:xfrm>
          <a:off x="3720995" y="1145480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Line chart: time trends</a:t>
          </a:r>
        </a:p>
      </dsp:txBody>
      <dsp:txXfrm>
        <a:off x="3720995" y="1145480"/>
        <a:ext cx="1364062" cy="545625"/>
      </dsp:txXfrm>
    </dsp:sp>
    <dsp:sp modelId="{5D7A72D0-3B57-4C6D-BBA9-4200E1EF178B}">
      <dsp:nvSpPr>
        <dsp:cNvPr id="0" name=""/>
        <dsp:cNvSpPr/>
      </dsp:nvSpPr>
      <dsp:spPr>
        <a:xfrm>
          <a:off x="5698886" y="308258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8E42B-8149-4C07-94D5-BBFDBDDCE886}">
      <dsp:nvSpPr>
        <dsp:cNvPr id="0" name=""/>
        <dsp:cNvSpPr/>
      </dsp:nvSpPr>
      <dsp:spPr>
        <a:xfrm>
          <a:off x="5323769" y="1145480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Scatter: amount vs time</a:t>
          </a:r>
        </a:p>
      </dsp:txBody>
      <dsp:txXfrm>
        <a:off x="5323769" y="1145480"/>
        <a:ext cx="1364062" cy="545625"/>
      </dsp:txXfrm>
    </dsp:sp>
    <dsp:sp modelId="{924B3CFC-65B3-4E06-8956-25D392A6DB5A}">
      <dsp:nvSpPr>
        <dsp:cNvPr id="0" name=""/>
        <dsp:cNvSpPr/>
      </dsp:nvSpPr>
      <dsp:spPr>
        <a:xfrm>
          <a:off x="2493339" y="2032121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622CB-DDF4-4831-8EFA-040EAE677DAD}">
      <dsp:nvSpPr>
        <dsp:cNvPr id="0" name=""/>
        <dsp:cNvSpPr/>
      </dsp:nvSpPr>
      <dsp:spPr>
        <a:xfrm>
          <a:off x="2118222" y="2869343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Heatmap: risk zones</a:t>
          </a:r>
        </a:p>
      </dsp:txBody>
      <dsp:txXfrm>
        <a:off x="2118222" y="2869343"/>
        <a:ext cx="1364062" cy="545625"/>
      </dsp:txXfrm>
    </dsp:sp>
    <dsp:sp modelId="{2929D23F-13D6-49F7-BB3B-3BCBF8CE7A6C}">
      <dsp:nvSpPr>
        <dsp:cNvPr id="0" name=""/>
        <dsp:cNvSpPr/>
      </dsp:nvSpPr>
      <dsp:spPr>
        <a:xfrm>
          <a:off x="4096113" y="2032121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562F5-468A-48C0-8474-67162D9E3608}">
      <dsp:nvSpPr>
        <dsp:cNvPr id="0" name=""/>
        <dsp:cNvSpPr/>
      </dsp:nvSpPr>
      <dsp:spPr>
        <a:xfrm>
          <a:off x="3720995" y="2869343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Filters enabled</a:t>
          </a:r>
        </a:p>
      </dsp:txBody>
      <dsp:txXfrm>
        <a:off x="3720995" y="2869343"/>
        <a:ext cx="1364062" cy="5456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01C80-13D2-1C41-A89F-78F9DF825D43}">
      <dsp:nvSpPr>
        <dsp:cNvPr id="0" name=""/>
        <dsp:cNvSpPr/>
      </dsp:nvSpPr>
      <dsp:spPr>
        <a:xfrm>
          <a:off x="0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400FAB-ADCE-BE4B-979F-580CC7E2E50C}">
      <dsp:nvSpPr>
        <dsp:cNvPr id="0" name=""/>
        <dsp:cNvSpPr/>
      </dsp:nvSpPr>
      <dsp:spPr>
        <a:xfrm>
          <a:off x="225102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Fraud peaks 00:00–06:00</a:t>
          </a:r>
        </a:p>
      </dsp:txBody>
      <dsp:txXfrm>
        <a:off x="262781" y="1163619"/>
        <a:ext cx="1950564" cy="1211102"/>
      </dsp:txXfrm>
    </dsp:sp>
    <dsp:sp modelId="{28555797-CB1D-B048-819E-1CE571D54BA9}">
      <dsp:nvSpPr>
        <dsp:cNvPr id="0" name=""/>
        <dsp:cNvSpPr/>
      </dsp:nvSpPr>
      <dsp:spPr>
        <a:xfrm>
          <a:off x="2476127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AB8CDB-4AA4-E443-9C59-9682B431CE19}">
      <dsp:nvSpPr>
        <dsp:cNvPr id="0" name=""/>
        <dsp:cNvSpPr/>
      </dsp:nvSpPr>
      <dsp:spPr>
        <a:xfrm>
          <a:off x="2701230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Medium transactions most targeted</a:t>
          </a:r>
        </a:p>
      </dsp:txBody>
      <dsp:txXfrm>
        <a:off x="2738909" y="1163619"/>
        <a:ext cx="1950564" cy="1211102"/>
      </dsp:txXfrm>
    </dsp:sp>
    <dsp:sp modelId="{2C4C086C-131A-D54A-BF99-3BB8465182DF}">
      <dsp:nvSpPr>
        <dsp:cNvPr id="0" name=""/>
        <dsp:cNvSpPr/>
      </dsp:nvSpPr>
      <dsp:spPr>
        <a:xfrm>
          <a:off x="4952255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B0005-B1DB-1642-ACCA-EC8F12E181D8}">
      <dsp:nvSpPr>
        <dsp:cNvPr id="0" name=""/>
        <dsp:cNvSpPr/>
      </dsp:nvSpPr>
      <dsp:spPr>
        <a:xfrm>
          <a:off x="5177358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Clear behavioural clustering</a:t>
          </a:r>
        </a:p>
      </dsp:txBody>
      <dsp:txXfrm>
        <a:off x="5215037" y="1163619"/>
        <a:ext cx="1950564" cy="1211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00C85-7884-4326-B258-6811254A70AC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84028-C883-4896-9245-662DD70F3E48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59CB2-54A4-4A7F-A683-B6480D41FE21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Deploy Random Forest in production</a:t>
          </a:r>
        </a:p>
      </dsp:txBody>
      <dsp:txXfrm>
        <a:off x="1126608" y="1924"/>
        <a:ext cx="3308469" cy="975418"/>
      </dsp:txXfrm>
    </dsp:sp>
    <dsp:sp modelId="{82D232DD-F293-4519-9D64-237351C75FA7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43057-7E63-4B96-A132-20EEDCD34DEA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369DD-9102-4737-8A2A-A6F833665568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Use time-based risk scoring</a:t>
          </a:r>
        </a:p>
      </dsp:txBody>
      <dsp:txXfrm>
        <a:off x="1126608" y="1221197"/>
        <a:ext cx="3308469" cy="975418"/>
      </dsp:txXfrm>
    </dsp:sp>
    <dsp:sp modelId="{E605F796-848B-4AF1-99F4-B5FD5039757B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8F11E-EE56-4DC3-99AD-E150502EB53A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B9D23-2FC2-44C5-BA0D-BA3AB44CFF96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Apply dynamic authentication</a:t>
          </a:r>
        </a:p>
      </dsp:txBody>
      <dsp:txXfrm>
        <a:off x="1126608" y="2440471"/>
        <a:ext cx="3308469" cy="975418"/>
      </dsp:txXfrm>
    </dsp:sp>
    <dsp:sp modelId="{DB3177CE-5BA7-4471-8478-8DD55CF47176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F100A-3587-423C-9C66-64A8EE02F43E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E2BFB-E6FB-43A5-911A-1663DB3A1E0B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Combine ML + rule-based system</a:t>
          </a:r>
        </a:p>
      </dsp:txBody>
      <dsp:txXfrm>
        <a:off x="1126608" y="3659744"/>
        <a:ext cx="3308469" cy="975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1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04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999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5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5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0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35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6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8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5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AC827-DE41-4D3E-A58A-7459D979E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37" y="1289304"/>
            <a:ext cx="2372342" cy="4279393"/>
          </a:xfrm>
        </p:spPr>
        <p:txBody>
          <a:bodyPr anchor="ctr">
            <a:normAutofit/>
          </a:bodyPr>
          <a:lstStyle/>
          <a:p>
            <a:r>
              <a:t>ICT313 – Data Analytics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AD7B33-B27E-4BD4-BE9C-A3698E43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60243" y="957031"/>
            <a:ext cx="4930896" cy="4943939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D039DC-5A65-400A-9CD6-F9725D1B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3A47B2-ECD5-4DBE-A76C-FBFBFE127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7647C-4C56-4F84-ABC7-9E6F3E67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0270" y="1292111"/>
            <a:ext cx="4450842" cy="4279392"/>
          </a:xfrm>
          <a:prstGeom prst="rect">
            <a:avLst/>
          </a:prstGeom>
          <a:solidFill>
            <a:schemeClr val="bg2"/>
          </a:solidFill>
          <a:ln w="3175" cap="sq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568" y="1598346"/>
            <a:ext cx="3967607" cy="3642379"/>
          </a:xfrm>
        </p:spPr>
        <p:txBody>
          <a:bodyPr anchor="ctr">
            <a:normAutofit/>
          </a:bodyPr>
          <a:lstStyle/>
          <a:p>
            <a:r>
              <a:rPr lang="en-AU" sz="1600"/>
              <a:t>Fraud Detection and Transaction Analysis</a:t>
            </a:r>
          </a:p>
          <a:p>
            <a:pPr marL="0" indent="0">
              <a:buNone/>
            </a:pPr>
            <a:r>
              <a:rPr lang="en-AU" sz="1600"/>
              <a:t>    Group Members</a:t>
            </a:r>
          </a:p>
          <a:p>
            <a:r>
              <a:rPr lang="en-AU" sz="1600"/>
              <a:t>Nishant Regmi </a:t>
            </a:r>
          </a:p>
          <a:p>
            <a:r>
              <a:rPr lang="en-AU" sz="1600"/>
              <a:t> Resham Khatri </a:t>
            </a:r>
          </a:p>
          <a:p>
            <a:r>
              <a:rPr lang="en-AU" sz="1600"/>
              <a:t> Rohan Thapa </a:t>
            </a:r>
          </a:p>
          <a:p>
            <a:r>
              <a:rPr lang="en-AU" sz="1600"/>
              <a:t> Keshang 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$30B+ annual fraud losses</a:t>
            </a:r>
          </a:p>
          <a:p>
            <a:r>
              <a:t>• Kaggle dataset (284K records)</a:t>
            </a:r>
          </a:p>
          <a:p>
            <a:r>
              <a:t>• Severe class imbalance</a:t>
            </a:r>
          </a:p>
          <a:p>
            <a:r>
              <a:t>• 31 attributes including V1–V28, Amount,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6C1984-FB19-AFB6-7BB2-058D90544F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Data Preparation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AA96B25-DDB9-3D8D-A970-44D8E0030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567073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t>J48 Model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• ~96% accuracy</a:t>
            </a:r>
          </a:p>
          <a:p>
            <a:r>
              <a:t>• Kappa ~0.92</a:t>
            </a:r>
          </a:p>
          <a:p>
            <a:r>
              <a:t>• Interpretable rules</a:t>
            </a:r>
          </a:p>
          <a:p>
            <a:r>
              <a:t>• Key predictor: V14</a:t>
            </a:r>
          </a:p>
          <a:p>
            <a:r>
              <a:t>• Some false negatives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~97% accuracy</a:t>
            </a:r>
          </a:p>
          <a:p>
            <a:r>
              <a:t>• More robust than J48</a:t>
            </a:r>
          </a:p>
          <a:p>
            <a:r>
              <a:t>• Lower false negatives</a:t>
            </a:r>
          </a:p>
          <a:p>
            <a:r>
              <a:t>• Best performing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t>Decision Rule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IF V14 ≤ threshold → Fraud</a:t>
            </a:r>
          </a:p>
          <a:p>
            <a:r>
              <a:t>• Direct implementation in fraud detection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Cognos Dashboard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3A4C27E-D778-3AF8-91FD-88FA247CE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021633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Key Insights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23AFAE3-D69E-FA83-3845-D9DAE1291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876773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AU" sz="1800"/>
              <a:t>Recommendations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492A69-2D86-8100-4335-D79C60C09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200880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233</Words>
  <Application>Microsoft Macintosh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ICT313 – Data Analytics</vt:lpstr>
      <vt:lpstr>Problem &amp; Dataset</vt:lpstr>
      <vt:lpstr>Business Questions</vt:lpstr>
      <vt:lpstr>Data Preparation</vt:lpstr>
      <vt:lpstr>J48 Model</vt:lpstr>
      <vt:lpstr>Random Forest</vt:lpstr>
      <vt:lpstr>Decision Rule</vt:lpstr>
      <vt:lpstr>Cognos Dashboard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 REGMI</cp:lastModifiedBy>
  <cp:revision>2</cp:revision>
  <dcterms:created xsi:type="dcterms:W3CDTF">2013-01-27T09:14:16Z</dcterms:created>
  <dcterms:modified xsi:type="dcterms:W3CDTF">2026-04-27T11:34:50Z</dcterms:modified>
  <cp:category/>
</cp:coreProperties>
</file>